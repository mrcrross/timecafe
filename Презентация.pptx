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1" r:id="rId12"/>
    <p:sldId id="266" r:id="rId13"/>
    <p:sldId id="269" r:id="rId14"/>
    <p:sldId id="270" r:id="rId15"/>
  </p:sldIdLst>
  <p:sldSz cx="17995900" cy="9004300"/>
  <p:notesSz cx="17995900" cy="9004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306" y="1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4995" y="0"/>
            <a:ext cx="18053702" cy="9001955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4093" y="2456726"/>
            <a:ext cx="10060211" cy="1989839"/>
          </a:xfrm>
        </p:spPr>
        <p:txBody>
          <a:bodyPr anchor="b">
            <a:noAutofit/>
          </a:bodyPr>
          <a:lstStyle>
            <a:lvl1pPr algn="ctr">
              <a:defRPr sz="709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4093" y="4802289"/>
            <a:ext cx="10060211" cy="1734164"/>
          </a:xfrm>
        </p:spPr>
        <p:txBody>
          <a:bodyPr anchor="t">
            <a:normAutofit/>
          </a:bodyPr>
          <a:lstStyle>
            <a:lvl1pPr marL="0" indent="0" algn="ctr">
              <a:buNone/>
              <a:defRPr sz="2757">
                <a:solidFill>
                  <a:schemeClr val="tx1"/>
                </a:solidFill>
              </a:defRPr>
            </a:lvl1pPr>
            <a:lvl2pPr marL="6003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0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0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1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15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1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02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02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783584" y="6614265"/>
            <a:ext cx="1324699" cy="366842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74091" y="6614265"/>
            <a:ext cx="7697019" cy="36684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220759" y="6614265"/>
            <a:ext cx="813545" cy="366842"/>
          </a:xfrm>
        </p:spPr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974093" y="4624428"/>
            <a:ext cx="100602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32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2060804" y="3179295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25796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326" y="2301107"/>
            <a:ext cx="12042563" cy="2392893"/>
          </a:xfrm>
        </p:spPr>
        <p:txBody>
          <a:bodyPr anchor="b">
            <a:normAutofit/>
          </a:bodyPr>
          <a:lstStyle>
            <a:lvl1pPr algn="ctr">
              <a:defRPr sz="5777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4323" y="5049723"/>
            <a:ext cx="12042566" cy="1253285"/>
          </a:xfrm>
        </p:spPr>
        <p:txBody>
          <a:bodyPr anchor="t">
            <a:normAutofit/>
          </a:bodyPr>
          <a:lstStyle>
            <a:lvl1pPr marL="0" indent="0" algn="ctr">
              <a:buNone/>
              <a:defRPr sz="3151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970863" y="4871861"/>
            <a:ext cx="1204948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26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2060804" y="3179295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6564" y="3361606"/>
            <a:ext cx="6964413" cy="434607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23921" y="3361606"/>
            <a:ext cx="6964413" cy="4346075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742933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5" y="3490555"/>
            <a:ext cx="6964413" cy="756611"/>
          </a:xfrm>
        </p:spPr>
        <p:txBody>
          <a:bodyPr anchor="b">
            <a:noAutofit/>
          </a:bodyPr>
          <a:lstStyle>
            <a:lvl1pPr marL="0" indent="0">
              <a:spcBef>
                <a:spcPts val="882"/>
              </a:spcBef>
              <a:spcAft>
                <a:spcPts val="788"/>
              </a:spcAft>
              <a:buNone/>
              <a:defRPr sz="3676" b="0">
                <a:solidFill>
                  <a:schemeClr val="accent1"/>
                </a:solidFill>
              </a:defRPr>
            </a:lvl1pPr>
            <a:lvl2pPr marL="600304" indent="0">
              <a:buNone/>
              <a:defRPr sz="2626" b="1"/>
            </a:lvl2pPr>
            <a:lvl3pPr marL="1200607" indent="0">
              <a:buNone/>
              <a:defRPr sz="2363" b="1"/>
            </a:lvl3pPr>
            <a:lvl4pPr marL="1800911" indent="0">
              <a:buNone/>
              <a:defRPr sz="2101" b="1"/>
            </a:lvl4pPr>
            <a:lvl5pPr marL="2401214" indent="0">
              <a:buNone/>
              <a:defRPr sz="2101" b="1"/>
            </a:lvl5pPr>
            <a:lvl6pPr marL="3001518" indent="0">
              <a:buNone/>
              <a:defRPr sz="2101" b="1"/>
            </a:lvl6pPr>
            <a:lvl7pPr marL="3601822" indent="0">
              <a:buNone/>
              <a:defRPr sz="2101" b="1"/>
            </a:lvl7pPr>
            <a:lvl8pPr marL="4202125" indent="0">
              <a:buNone/>
              <a:defRPr sz="2101" b="1"/>
            </a:lvl8pPr>
            <a:lvl9pPr marL="4802429" indent="0">
              <a:buNone/>
              <a:defRPr sz="210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12065" y="4258283"/>
            <a:ext cx="6964413" cy="34565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22927" y="3490555"/>
            <a:ext cx="6964413" cy="756611"/>
          </a:xfrm>
        </p:spPr>
        <p:txBody>
          <a:bodyPr anchor="b">
            <a:noAutofit/>
          </a:bodyPr>
          <a:lstStyle>
            <a:lvl1pPr marL="0" indent="0">
              <a:spcBef>
                <a:spcPts val="882"/>
              </a:spcBef>
              <a:spcAft>
                <a:spcPts val="788"/>
              </a:spcAft>
              <a:buNone/>
              <a:defRPr sz="3676" b="0">
                <a:solidFill>
                  <a:schemeClr val="accent1"/>
                </a:solidFill>
              </a:defRPr>
            </a:lvl1pPr>
            <a:lvl2pPr marL="600304" indent="0">
              <a:buNone/>
              <a:defRPr sz="2626" b="1"/>
            </a:lvl2pPr>
            <a:lvl3pPr marL="1200607" indent="0">
              <a:buNone/>
              <a:defRPr sz="2363" b="1"/>
            </a:lvl3pPr>
            <a:lvl4pPr marL="1800911" indent="0">
              <a:buNone/>
              <a:defRPr sz="2101" b="1"/>
            </a:lvl4pPr>
            <a:lvl5pPr marL="2401214" indent="0">
              <a:buNone/>
              <a:defRPr sz="2101" b="1"/>
            </a:lvl5pPr>
            <a:lvl6pPr marL="3001518" indent="0">
              <a:buNone/>
              <a:defRPr sz="2101" b="1"/>
            </a:lvl6pPr>
            <a:lvl7pPr marL="3601822" indent="0">
              <a:buNone/>
              <a:defRPr sz="2101" b="1"/>
            </a:lvl7pPr>
            <a:lvl8pPr marL="4202125" indent="0">
              <a:buNone/>
              <a:defRPr sz="2101" b="1"/>
            </a:lvl8pPr>
            <a:lvl9pPr marL="4802429" indent="0">
              <a:buNone/>
              <a:defRPr sz="210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22927" y="4258283"/>
            <a:ext cx="6964413" cy="34565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60804" y="3179295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08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060804" y="3179295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86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33852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719" y="1823094"/>
            <a:ext cx="5488595" cy="1800860"/>
          </a:xfrm>
        </p:spPr>
        <p:txBody>
          <a:bodyPr anchor="b">
            <a:normAutofit/>
          </a:bodyPr>
          <a:lstStyle>
            <a:lvl1pPr algn="ctr">
              <a:defRPr sz="3151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8180" y="1289502"/>
            <a:ext cx="8073160" cy="642529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9719" y="3979676"/>
            <a:ext cx="5488595" cy="3201534"/>
          </a:xfrm>
        </p:spPr>
        <p:txBody>
          <a:bodyPr anchor="t">
            <a:normAutofit/>
          </a:bodyPr>
          <a:lstStyle>
            <a:lvl1pPr marL="0" indent="0" algn="ctr">
              <a:buNone/>
              <a:defRPr sz="2101"/>
            </a:lvl1pPr>
            <a:lvl2pPr marL="600304" indent="0">
              <a:buNone/>
              <a:defRPr sz="1576"/>
            </a:lvl2pPr>
            <a:lvl3pPr marL="1200607" indent="0">
              <a:buNone/>
              <a:defRPr sz="1313"/>
            </a:lvl3pPr>
            <a:lvl4pPr marL="1800911" indent="0">
              <a:buNone/>
              <a:defRPr sz="1182"/>
            </a:lvl4pPr>
            <a:lvl5pPr marL="2401214" indent="0">
              <a:buNone/>
              <a:defRPr sz="1182"/>
            </a:lvl5pPr>
            <a:lvl6pPr marL="3001518" indent="0">
              <a:buNone/>
              <a:defRPr sz="1182"/>
            </a:lvl6pPr>
            <a:lvl7pPr marL="3601822" indent="0">
              <a:buNone/>
              <a:defRPr sz="1182"/>
            </a:lvl7pPr>
            <a:lvl8pPr marL="4202125" indent="0">
              <a:buNone/>
              <a:defRPr sz="1182"/>
            </a:lvl8pPr>
            <a:lvl9pPr marL="4802429" indent="0">
              <a:buNone/>
              <a:defRPr sz="118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060804" y="3824048"/>
            <a:ext cx="518754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70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063" y="2473402"/>
            <a:ext cx="9213180" cy="1800860"/>
          </a:xfrm>
        </p:spPr>
        <p:txBody>
          <a:bodyPr anchor="b">
            <a:normAutofit/>
          </a:bodyPr>
          <a:lstStyle>
            <a:lvl1pPr algn="ctr">
              <a:defRPr sz="3676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948308" y="1367320"/>
            <a:ext cx="4521628" cy="6269661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01"/>
            </a:lvl1pPr>
            <a:lvl2pPr marL="600304" indent="0">
              <a:buNone/>
              <a:defRPr sz="2101"/>
            </a:lvl2pPr>
            <a:lvl3pPr marL="1200607" indent="0">
              <a:buNone/>
              <a:defRPr sz="2101"/>
            </a:lvl3pPr>
            <a:lvl4pPr marL="1800911" indent="0">
              <a:buNone/>
              <a:defRPr sz="2101"/>
            </a:lvl4pPr>
            <a:lvl5pPr marL="2401214" indent="0">
              <a:buNone/>
              <a:defRPr sz="2101"/>
            </a:lvl5pPr>
            <a:lvl6pPr marL="3001518" indent="0">
              <a:buNone/>
              <a:defRPr sz="2101"/>
            </a:lvl6pPr>
            <a:lvl7pPr marL="3601822" indent="0">
              <a:buNone/>
              <a:defRPr sz="2101"/>
            </a:lvl7pPr>
            <a:lvl8pPr marL="4202125" indent="0">
              <a:buNone/>
              <a:defRPr sz="2101"/>
            </a:lvl8pPr>
            <a:lvl9pPr marL="4802429" indent="0">
              <a:buNone/>
              <a:defRPr sz="2101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12063" y="4274261"/>
            <a:ext cx="9213180" cy="24011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63"/>
            </a:lvl1pPr>
            <a:lvl2pPr marL="600304" indent="0">
              <a:buNone/>
              <a:defRPr sz="1576"/>
            </a:lvl2pPr>
            <a:lvl3pPr marL="1200607" indent="0">
              <a:buNone/>
              <a:defRPr sz="1313"/>
            </a:lvl3pPr>
            <a:lvl4pPr marL="1800911" indent="0">
              <a:buNone/>
              <a:defRPr sz="1182"/>
            </a:lvl4pPr>
            <a:lvl5pPr marL="2401214" indent="0">
              <a:buNone/>
              <a:defRPr sz="1182"/>
            </a:lvl5pPr>
            <a:lvl6pPr marL="3001518" indent="0">
              <a:buNone/>
              <a:defRPr sz="1182"/>
            </a:lvl6pPr>
            <a:lvl7pPr marL="3601822" indent="0">
              <a:buNone/>
              <a:defRPr sz="1182"/>
            </a:lvl7pPr>
            <a:lvl8pPr marL="4202125" indent="0">
              <a:buNone/>
              <a:defRPr sz="1182"/>
            </a:lvl8pPr>
            <a:lvl9pPr marL="4802429" indent="0">
              <a:buNone/>
              <a:defRPr sz="118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02059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066" y="6322462"/>
            <a:ext cx="14184267" cy="744106"/>
          </a:xfrm>
        </p:spPr>
        <p:txBody>
          <a:bodyPr anchor="b">
            <a:normAutofit/>
          </a:bodyPr>
          <a:lstStyle>
            <a:lvl1pPr algn="ctr">
              <a:defRPr sz="3151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7190" y="1367319"/>
            <a:ext cx="14916836" cy="437987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101"/>
            </a:lvl1pPr>
            <a:lvl2pPr marL="600304" indent="0">
              <a:buNone/>
              <a:defRPr sz="2101"/>
            </a:lvl2pPr>
            <a:lvl3pPr marL="1200607" indent="0">
              <a:buNone/>
              <a:defRPr sz="2101"/>
            </a:lvl3pPr>
            <a:lvl4pPr marL="1800911" indent="0">
              <a:buNone/>
              <a:defRPr sz="2101"/>
            </a:lvl4pPr>
            <a:lvl5pPr marL="2401214" indent="0">
              <a:buNone/>
              <a:defRPr sz="2101"/>
            </a:lvl5pPr>
            <a:lvl6pPr marL="3001518" indent="0">
              <a:buNone/>
              <a:defRPr sz="2101"/>
            </a:lvl6pPr>
            <a:lvl7pPr marL="3601822" indent="0">
              <a:buNone/>
              <a:defRPr sz="2101"/>
            </a:lvl7pPr>
            <a:lvl8pPr marL="4202125" indent="0">
              <a:buNone/>
              <a:defRPr sz="2101"/>
            </a:lvl8pPr>
            <a:lvl9pPr marL="4802429" indent="0">
              <a:buNone/>
              <a:defRPr sz="2101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12066" y="7066567"/>
            <a:ext cx="14184267" cy="648226"/>
          </a:xfrm>
        </p:spPr>
        <p:txBody>
          <a:bodyPr>
            <a:normAutofit/>
          </a:bodyPr>
          <a:lstStyle>
            <a:lvl1pPr marL="0" indent="0" algn="ctr">
              <a:buNone/>
              <a:defRPr sz="1838"/>
            </a:lvl1pPr>
            <a:lvl2pPr marL="600304" indent="0">
              <a:buNone/>
              <a:defRPr sz="1576"/>
            </a:lvl2pPr>
            <a:lvl3pPr marL="1200607" indent="0">
              <a:buNone/>
              <a:defRPr sz="1313"/>
            </a:lvl3pPr>
            <a:lvl4pPr marL="1800911" indent="0">
              <a:buNone/>
              <a:defRPr sz="1182"/>
            </a:lvl4pPr>
            <a:lvl5pPr marL="2401214" indent="0">
              <a:buNone/>
              <a:defRPr sz="1182"/>
            </a:lvl5pPr>
            <a:lvl6pPr marL="3001518" indent="0">
              <a:buNone/>
              <a:defRPr sz="1182"/>
            </a:lvl6pPr>
            <a:lvl7pPr marL="3601822" indent="0">
              <a:buNone/>
              <a:defRPr sz="1182"/>
            </a:lvl7pPr>
            <a:lvl8pPr marL="4202125" indent="0">
              <a:buNone/>
              <a:defRPr sz="1182"/>
            </a:lvl8pPr>
            <a:lvl9pPr marL="4802429" indent="0">
              <a:buNone/>
              <a:defRPr sz="118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39720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4564" y="1289503"/>
            <a:ext cx="14159272" cy="3879632"/>
          </a:xfrm>
        </p:spPr>
        <p:txBody>
          <a:bodyPr anchor="ctr">
            <a:normAutofit/>
          </a:bodyPr>
          <a:lstStyle>
            <a:lvl1pPr algn="ctr">
              <a:defRPr sz="4202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4564" y="5702723"/>
            <a:ext cx="14159272" cy="201207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26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060804" y="5435928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30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71" y="1289503"/>
            <a:ext cx="13721871" cy="3112599"/>
          </a:xfrm>
        </p:spPr>
        <p:txBody>
          <a:bodyPr anchor="ctr">
            <a:normAutofit/>
          </a:bodyPr>
          <a:lstStyle>
            <a:lvl1pPr algn="ctr">
              <a:defRPr sz="4202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72093" y="4402102"/>
            <a:ext cx="13047030" cy="7670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626"/>
            </a:lvl1pPr>
            <a:lvl2pPr marL="600304" indent="0">
              <a:buFontTx/>
              <a:buNone/>
              <a:defRPr/>
            </a:lvl2pPr>
            <a:lvl3pPr marL="1200607" indent="0">
              <a:buFontTx/>
              <a:buNone/>
              <a:defRPr/>
            </a:lvl3pPr>
            <a:lvl4pPr marL="1800911" indent="0">
              <a:buFontTx/>
              <a:buNone/>
              <a:defRPr/>
            </a:lvl4pPr>
            <a:lvl5pPr marL="2401214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6" y="5702723"/>
            <a:ext cx="14184267" cy="201207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626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2367" y="1155356"/>
            <a:ext cx="899795" cy="767789"/>
          </a:xfrm>
          <a:prstGeom prst="rect">
            <a:avLst/>
          </a:prstGeom>
        </p:spPr>
        <p:txBody>
          <a:bodyPr vert="horz" lIns="120057" tIns="60029" rIns="120057" bIns="60029" rtlCol="0" anchor="ctr">
            <a:noAutofit/>
          </a:bodyPr>
          <a:lstStyle/>
          <a:p>
            <a:pPr lvl="0"/>
            <a:r>
              <a:rPr lang="en-US" sz="1050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46436" y="3712889"/>
            <a:ext cx="899795" cy="767789"/>
          </a:xfrm>
          <a:prstGeom prst="rect">
            <a:avLst/>
          </a:prstGeom>
        </p:spPr>
        <p:txBody>
          <a:bodyPr vert="horz" lIns="120057" tIns="60029" rIns="120057" bIns="60029" rtlCol="0" anchor="ctr">
            <a:noAutofit/>
          </a:bodyPr>
          <a:lstStyle/>
          <a:p>
            <a:pPr lvl="0" algn="r"/>
            <a:r>
              <a:rPr lang="en-US" sz="1050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060804" y="5435928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748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068" y="4344044"/>
            <a:ext cx="14184270" cy="1928480"/>
          </a:xfrm>
        </p:spPr>
        <p:txBody>
          <a:bodyPr anchor="b">
            <a:normAutofit/>
          </a:bodyPr>
          <a:lstStyle>
            <a:lvl1pPr algn="l">
              <a:defRPr sz="4202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6" y="6272524"/>
            <a:ext cx="14184270" cy="1129673"/>
          </a:xfrm>
        </p:spPr>
        <p:txBody>
          <a:bodyPr anchor="t">
            <a:normAutofit/>
          </a:bodyPr>
          <a:lstStyle>
            <a:lvl1pPr marL="0" indent="0" algn="l">
              <a:buNone/>
              <a:defRPr sz="2626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787691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71" y="1289503"/>
            <a:ext cx="13721871" cy="2945853"/>
          </a:xfrm>
        </p:spPr>
        <p:txBody>
          <a:bodyPr anchor="ctr">
            <a:normAutofit/>
          </a:bodyPr>
          <a:lstStyle>
            <a:lvl1pPr algn="ctr">
              <a:defRPr sz="4202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912066" y="4778282"/>
            <a:ext cx="14184270" cy="11645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151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6" y="5947285"/>
            <a:ext cx="14184270" cy="1767511"/>
          </a:xfrm>
        </p:spPr>
        <p:txBody>
          <a:bodyPr anchor="t">
            <a:normAutofit/>
          </a:bodyPr>
          <a:lstStyle>
            <a:lvl1pPr marL="0" indent="0" algn="l">
              <a:buNone/>
              <a:defRPr sz="2363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2367" y="1155356"/>
            <a:ext cx="899795" cy="767789"/>
          </a:xfrm>
          <a:prstGeom prst="rect">
            <a:avLst/>
          </a:prstGeom>
        </p:spPr>
        <p:txBody>
          <a:bodyPr vert="horz" lIns="120057" tIns="60029" rIns="120057" bIns="60029" rtlCol="0" anchor="ctr">
            <a:noAutofit/>
          </a:bodyPr>
          <a:lstStyle/>
          <a:p>
            <a:pPr lvl="0"/>
            <a:r>
              <a:rPr lang="en-US" sz="1050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46436" y="3412734"/>
            <a:ext cx="899795" cy="767789"/>
          </a:xfrm>
          <a:prstGeom prst="rect">
            <a:avLst/>
          </a:prstGeom>
        </p:spPr>
        <p:txBody>
          <a:bodyPr vert="horz" lIns="120057" tIns="60029" rIns="120057" bIns="60029" rtlCol="0" anchor="ctr">
            <a:noAutofit/>
          </a:bodyPr>
          <a:lstStyle/>
          <a:p>
            <a:pPr lvl="0" algn="r"/>
            <a:r>
              <a:rPr lang="en-US" sz="1050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60804" y="4502150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159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066" y="1289503"/>
            <a:ext cx="14184267" cy="294585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912066" y="4766276"/>
            <a:ext cx="14184270" cy="110452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676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5" y="5869469"/>
            <a:ext cx="14184273" cy="1845326"/>
          </a:xfrm>
        </p:spPr>
        <p:txBody>
          <a:bodyPr anchor="t">
            <a:normAutofit/>
          </a:bodyPr>
          <a:lstStyle>
            <a:lvl1pPr marL="0" indent="0" algn="l">
              <a:buNone/>
              <a:defRPr sz="2363">
                <a:solidFill>
                  <a:schemeClr val="tx1"/>
                </a:solidFill>
              </a:defRPr>
            </a:lvl1pPr>
            <a:lvl2pPr marL="600304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2pPr>
            <a:lvl3pPr marL="1200607" indent="0">
              <a:buNone/>
              <a:defRPr sz="2101">
                <a:solidFill>
                  <a:schemeClr val="tx1">
                    <a:tint val="75000"/>
                  </a:schemeClr>
                </a:solidFill>
              </a:defRPr>
            </a:lvl3pPr>
            <a:lvl4pPr marL="1800911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4pPr>
            <a:lvl5pPr marL="2401214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5pPr>
            <a:lvl6pPr marL="3001518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6pPr>
            <a:lvl7pPr marL="3601822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7pPr>
            <a:lvl8pPr marL="4202125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8pPr>
            <a:lvl9pPr marL="4802429" indent="0">
              <a:buNone/>
              <a:defRPr sz="18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060804" y="4502150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031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060804" y="3179295"/>
            <a:ext cx="1388556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0219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83425" y="1289502"/>
            <a:ext cx="2791040" cy="642529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12062" y="1289503"/>
            <a:ext cx="10971455" cy="642529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3083471" y="1300621"/>
            <a:ext cx="0" cy="6403058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096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32177" y="267741"/>
            <a:ext cx="13737894" cy="89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00337" y="5042408"/>
            <a:ext cx="12601575" cy="225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‹#›</a:t>
            </a:fld>
            <a:r>
              <a:rPr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772011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‹#›</a:t>
            </a:fld>
            <a:r>
              <a:rPr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375298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00112" y="2070989"/>
            <a:ext cx="7830979" cy="5942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71158" y="2070989"/>
            <a:ext cx="7830979" cy="59428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‹#›</a:t>
            </a:fld>
            <a:r>
              <a:rPr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8869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23227" y="0"/>
            <a:ext cx="18051933" cy="9001955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2068" y="1289504"/>
            <a:ext cx="14171765" cy="171192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2066" y="3357157"/>
            <a:ext cx="14171765" cy="4357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8353" y="7837076"/>
            <a:ext cx="2361962" cy="366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12066" y="7837076"/>
            <a:ext cx="10783813" cy="366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82790" y="7837076"/>
            <a:ext cx="801043" cy="366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3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49530">
              <a:lnSpc>
                <a:spcPts val="3155"/>
              </a:lnSpc>
            </a:pPr>
            <a:fld id="{81D60167-4931-47E6-BA6A-407CBD079E47}" type="slidenum">
              <a:rPr lang="ru-RU" smtClean="0"/>
              <a:t>‹#›</a:t>
            </a:fld>
            <a:r>
              <a:rPr lang="ru-RU" dirty="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36083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</p:sldLayoutIdLst>
  <p:txStyles>
    <p:titleStyle>
      <a:lvl1pPr algn="ctr" defTabSz="600304" rtl="0" eaLnBrk="1" latinLnBrk="0" hangingPunct="1">
        <a:spcBef>
          <a:spcPct val="0"/>
        </a:spcBef>
        <a:buNone/>
        <a:defRPr sz="5777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5190" indent="-375190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315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975493" indent="-375190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2626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575797" indent="-375190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23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2026025" indent="-225114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2101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626328" indent="-225114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183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301670" indent="-300152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183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901973" indent="-300152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183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502277" indent="-300152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183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5102581" indent="-300152" algn="l" defTabSz="600304" rtl="0" eaLnBrk="1" latinLnBrk="0" hangingPunct="1">
        <a:spcBef>
          <a:spcPct val="20000"/>
        </a:spcBef>
        <a:spcAft>
          <a:spcPts val="788"/>
        </a:spcAft>
        <a:buClr>
          <a:schemeClr val="accent1"/>
        </a:buClr>
        <a:buSzPct val="115000"/>
        <a:buFont typeface="Arial"/>
        <a:buChar char="•"/>
        <a:defRPr sz="1838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600304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2pPr>
      <a:lvl3pPr marL="1200607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3pPr>
      <a:lvl4pPr marL="1800911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4pPr>
      <a:lvl5pPr marL="2401214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5pPr>
      <a:lvl6pPr marL="3001518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6pPr>
      <a:lvl7pPr marL="3601822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7pPr>
      <a:lvl8pPr marL="4202125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8pPr>
      <a:lvl9pPr marL="4802429" algn="l" defTabSz="600304" rtl="0" eaLnBrk="1" latinLnBrk="0" hangingPunct="1">
        <a:defRPr sz="23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312405"/>
            <a:ext cx="18000980" cy="687070"/>
            <a:chOff x="0" y="8312405"/>
            <a:chExt cx="18000980" cy="687070"/>
          </a:xfrm>
        </p:grpSpPr>
        <p:sp>
          <p:nvSpPr>
            <p:cNvPr id="3" name="object 3"/>
            <p:cNvSpPr/>
            <p:nvPr/>
          </p:nvSpPr>
          <p:spPr>
            <a:xfrm>
              <a:off x="4686" y="8399527"/>
              <a:ext cx="17995900" cy="600075"/>
            </a:xfrm>
            <a:custGeom>
              <a:avLst/>
              <a:gdLst/>
              <a:ahLst/>
              <a:cxnLst/>
              <a:rect l="l" t="t" r="r" b="b"/>
              <a:pathLst>
                <a:path w="17995900" h="600075">
                  <a:moveTo>
                    <a:pt x="17995671" y="0"/>
                  </a:moveTo>
                  <a:lnTo>
                    <a:pt x="0" y="0"/>
                  </a:lnTo>
                  <a:lnTo>
                    <a:pt x="0" y="599757"/>
                  </a:lnTo>
                  <a:lnTo>
                    <a:pt x="8997835" y="599757"/>
                  </a:lnTo>
                  <a:lnTo>
                    <a:pt x="17995671" y="599757"/>
                  </a:lnTo>
                  <a:lnTo>
                    <a:pt x="17995671" y="0"/>
                  </a:lnTo>
                  <a:close/>
                </a:path>
              </a:pathLst>
            </a:custGeom>
            <a:solidFill>
              <a:srgbClr val="BC572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8312405"/>
              <a:ext cx="17995900" cy="83820"/>
            </a:xfrm>
            <a:custGeom>
              <a:avLst/>
              <a:gdLst/>
              <a:ahLst/>
              <a:cxnLst/>
              <a:rect l="l" t="t" r="r" b="b"/>
              <a:pathLst>
                <a:path w="17995900" h="83820">
                  <a:moveTo>
                    <a:pt x="17995684" y="0"/>
                  </a:moveTo>
                  <a:lnTo>
                    <a:pt x="0" y="0"/>
                  </a:lnTo>
                  <a:lnTo>
                    <a:pt x="0" y="83515"/>
                  </a:lnTo>
                  <a:lnTo>
                    <a:pt x="8997835" y="83515"/>
                  </a:lnTo>
                  <a:lnTo>
                    <a:pt x="17995684" y="83515"/>
                  </a:lnTo>
                  <a:lnTo>
                    <a:pt x="17995684" y="0"/>
                  </a:lnTo>
                  <a:close/>
                </a:path>
              </a:pathLst>
            </a:custGeom>
            <a:solidFill>
              <a:srgbClr val="E3821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/>
          <p:nvPr/>
        </p:nvSpPr>
        <p:spPr>
          <a:xfrm>
            <a:off x="1783079" y="5699519"/>
            <a:ext cx="14580869" cy="1270"/>
          </a:xfrm>
          <a:custGeom>
            <a:avLst/>
            <a:gdLst/>
            <a:ahLst/>
            <a:cxnLst/>
            <a:rect l="l" t="t" r="r" b="b"/>
            <a:pathLst>
              <a:path w="14580869" h="1270">
                <a:moveTo>
                  <a:pt x="0" y="0"/>
                </a:moveTo>
                <a:lnTo>
                  <a:pt x="14580362" y="723"/>
                </a:lnTo>
              </a:path>
            </a:pathLst>
          </a:custGeom>
          <a:ln w="9359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59150" y="3196240"/>
            <a:ext cx="10744199" cy="23782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98425" marR="5080" indent="-86360">
              <a:lnSpc>
                <a:spcPts val="5820"/>
              </a:lnSpc>
              <a:spcBef>
                <a:spcPts val="1145"/>
              </a:spcBef>
              <a:tabLst>
                <a:tab pos="3296285" algn="l"/>
              </a:tabLst>
            </a:pPr>
            <a:r>
              <a:rPr b="1" spc="-135" dirty="0">
                <a:latin typeface="Times New Roman"/>
                <a:cs typeface="Times New Roman"/>
              </a:rPr>
              <a:t>К</a:t>
            </a:r>
            <a:r>
              <a:rPr b="1" dirty="0">
                <a:latin typeface="Times New Roman"/>
                <a:cs typeface="Times New Roman"/>
              </a:rPr>
              <a:t>урс</a:t>
            </a:r>
            <a:r>
              <a:rPr b="1" spc="-145" dirty="0">
                <a:latin typeface="Times New Roman"/>
                <a:cs typeface="Times New Roman"/>
              </a:rPr>
              <a:t>о</a:t>
            </a:r>
            <a:r>
              <a:rPr b="1" spc="-45" dirty="0">
                <a:latin typeface="Times New Roman"/>
                <a:cs typeface="Times New Roman"/>
              </a:rPr>
              <a:t>в</a:t>
            </a:r>
            <a:r>
              <a:rPr b="1" dirty="0">
                <a:latin typeface="Times New Roman"/>
                <a:cs typeface="Times New Roman"/>
              </a:rPr>
              <a:t>ой	</a:t>
            </a:r>
            <a:r>
              <a:rPr b="1" spc="-5" dirty="0" err="1">
                <a:latin typeface="Times New Roman"/>
                <a:cs typeface="Times New Roman"/>
              </a:rPr>
              <a:t>проект</a:t>
            </a:r>
            <a:r>
              <a:rPr b="1" spc="-5" dirty="0">
                <a:latin typeface="Times New Roman"/>
                <a:cs typeface="Times New Roman"/>
              </a:rPr>
              <a:t>  </a:t>
            </a:r>
            <a:r>
              <a:rPr lang="ru-RU" b="1" spc="-25" dirty="0">
                <a:latin typeface="Times New Roman"/>
                <a:cs typeface="Times New Roman"/>
              </a:rPr>
              <a:t>Информационная система</a:t>
            </a:r>
            <a:endParaRPr b="1" spc="-25" dirty="0">
              <a:latin typeface="Times New Roman"/>
              <a:cs typeface="Times New Roman"/>
            </a:endParaRPr>
          </a:p>
          <a:p>
            <a:pPr marL="123825">
              <a:lnSpc>
                <a:spcPts val="5785"/>
              </a:lnSpc>
            </a:pPr>
            <a:r>
              <a:rPr b="1" spc="-30" dirty="0">
                <a:latin typeface="Times New Roman"/>
                <a:cs typeface="Times New Roman"/>
              </a:rPr>
              <a:t>«</a:t>
            </a:r>
            <a:r>
              <a:rPr lang="ru-RU" b="1" spc="-30" dirty="0">
                <a:latin typeface="Times New Roman"/>
                <a:cs typeface="Times New Roman"/>
              </a:rPr>
              <a:t>Антикафе</a:t>
            </a:r>
            <a:r>
              <a:rPr b="1" spc="-30" dirty="0">
                <a:latin typeface="Times New Roman"/>
                <a:cs typeface="Times New Roman"/>
              </a:rPr>
              <a:t>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A84275-323D-4B7A-96DC-E34EC32D0047}"/>
              </a:ext>
            </a:extLst>
          </p:cNvPr>
          <p:cNvSpPr txBox="1"/>
          <p:nvPr/>
        </p:nvSpPr>
        <p:spPr>
          <a:xfrm>
            <a:off x="11741150" y="7014960"/>
            <a:ext cx="3053080" cy="138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7480" marR="810895" lvl="0" indent="0" algn="l" defTabSz="457200" rtl="0" eaLnBrk="1" fontAlgn="auto" latinLnBrk="0" hangingPunct="1">
              <a:lnSpc>
                <a:spcPct val="922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Выполнил: </a:t>
            </a:r>
            <a:r>
              <a:rPr kumimoji="0" lang="ru-RU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ru-RU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Группа: </a:t>
            </a:r>
            <a:r>
              <a:rPr kumimoji="0" lang="ru-RU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ru-RU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у</a:t>
            </a:r>
            <a:r>
              <a:rPr kumimoji="0" lang="ru-RU" sz="24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о</a:t>
            </a:r>
            <a:r>
              <a:rPr kumimoji="0" lang="ru-RU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в</a:t>
            </a:r>
            <a:r>
              <a:rPr kumimoji="0" lang="ru-RU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о</a:t>
            </a:r>
            <a:r>
              <a:rPr kumimoji="0" lang="ru-RU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д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и</a:t>
            </a:r>
            <a:r>
              <a:rPr kumimoji="0" lang="ru-RU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т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е</a:t>
            </a:r>
            <a:r>
              <a:rPr kumimoji="0" lang="ru-RU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ль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:</a:t>
            </a: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D5954-906B-41C0-99FC-648A40D876C9}"/>
              </a:ext>
            </a:extLst>
          </p:cNvPr>
          <p:cNvSpPr txBox="1"/>
          <p:nvPr/>
        </p:nvSpPr>
        <p:spPr>
          <a:xfrm>
            <a:off x="14331950" y="7014960"/>
            <a:ext cx="3515360" cy="13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7480" marR="953135" lvl="0" indent="0" algn="l" defTabSz="457200" rtl="0" eaLnBrk="1" fontAlgn="auto" latinLnBrk="0" hangingPunct="1">
              <a:lnSpc>
                <a:spcPts val="266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-1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Ступаченко</a:t>
            </a:r>
            <a:r>
              <a:rPr kumimoji="0" lang="ru-RU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А</a:t>
            </a:r>
            <a:r>
              <a:rPr kumimoji="0" lang="ru-RU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.Н. </a:t>
            </a:r>
            <a:r>
              <a:rPr kumimoji="0" lang="ru-RU" sz="2400" b="0" i="0" u="none" strike="noStrike" kern="1200" cap="none" spc="-5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ru-RU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БД-20-1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57480" marR="0" lvl="0" indent="0" algn="l" defTabSz="457200" rtl="0" eaLnBrk="1" fontAlgn="auto" latinLnBrk="0" hangingPunct="1"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Кудрявцева </a:t>
            </a:r>
            <a:r>
              <a:rPr kumimoji="0" lang="ru-RU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М.А.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5750" y="799005"/>
            <a:ext cx="438785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252525"/>
                </a:solidFill>
                <a:latin typeface="Times New Roman"/>
                <a:cs typeface="Times New Roman"/>
              </a:rPr>
              <a:t>Цели</a:t>
            </a:r>
            <a:r>
              <a:rPr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252525"/>
                </a:solidFill>
                <a:latin typeface="Times New Roman"/>
                <a:cs typeface="Times New Roman"/>
              </a:rPr>
              <a:t>и</a:t>
            </a:r>
            <a:r>
              <a:rPr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pc="-40" dirty="0">
                <a:solidFill>
                  <a:srgbClr val="252525"/>
                </a:solidFill>
                <a:latin typeface="Times New Roman"/>
                <a:cs typeface="Times New Roman"/>
              </a:rPr>
              <a:t>задачи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2</a:t>
            </a:fld>
            <a:r>
              <a:rPr dirty="0"/>
              <a:t>/15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4464" y="1635748"/>
            <a:ext cx="8604085" cy="61221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solidFill>
                  <a:srgbClr val="252525"/>
                </a:solidFill>
                <a:latin typeface="Times New Roman"/>
                <a:cs typeface="Times New Roman"/>
              </a:rPr>
              <a:t>Цель: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Разработать</a:t>
            </a:r>
            <a:r>
              <a:rPr sz="2400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информационную систему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«</a:t>
            </a:r>
            <a:r>
              <a:rPr lang="ru-RU"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Антикафе</a:t>
            </a:r>
            <a:r>
              <a:rPr sz="2400" spc="-15" dirty="0">
                <a:latin typeface="Times New Roman"/>
                <a:cs typeface="Times New Roman"/>
              </a:rPr>
              <a:t>»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252525"/>
                </a:solidFill>
                <a:latin typeface="Times New Roman"/>
                <a:cs typeface="Times New Roman"/>
              </a:rPr>
              <a:t>Задачи: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провести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исследование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предметной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области;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-15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разработать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техническое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задание;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провести анализ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программных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средств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разработки;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-7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обосновать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выбор программной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среды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разработки;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провести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проектирование</a:t>
            </a:r>
            <a:r>
              <a:rPr sz="24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программного</a:t>
            </a:r>
            <a:r>
              <a:rPr sz="24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продукта;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-15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реализовать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программный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продукт;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-7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тестирование</a:t>
            </a:r>
            <a:r>
              <a:rPr sz="24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программный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продукт;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600" spc="7" baseline="3472" dirty="0">
                <a:solidFill>
                  <a:srgbClr val="252525"/>
                </a:solidFill>
                <a:latin typeface="Segoe UI Emoji"/>
                <a:cs typeface="Segoe UI Emoji"/>
              </a:rPr>
              <a:t>✔</a:t>
            </a:r>
            <a:r>
              <a:rPr sz="2400" spc="5" dirty="0">
                <a:solidFill>
                  <a:srgbClr val="252525"/>
                </a:solidFill>
                <a:latin typeface="Times New Roman"/>
                <a:cs typeface="Times New Roman"/>
              </a:rPr>
              <a:t>составить</a:t>
            </a:r>
            <a:r>
              <a:rPr sz="2400" spc="-5" dirty="0">
                <a:solidFill>
                  <a:srgbClr val="252525"/>
                </a:solidFill>
                <a:latin typeface="Times New Roman"/>
                <a:cs typeface="Times New Roman"/>
              </a:rPr>
              <a:t> программную </a:t>
            </a:r>
            <a:r>
              <a:rPr sz="2400" spc="-10" dirty="0">
                <a:solidFill>
                  <a:srgbClr val="252525"/>
                </a:solidFill>
                <a:latin typeface="Times New Roman"/>
                <a:cs typeface="Times New Roman"/>
              </a:rPr>
              <a:t>документацию.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5623" y="972617"/>
            <a:ext cx="1477821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>
                <a:solidFill>
                  <a:srgbClr val="252525"/>
                </a:solidFill>
                <a:latin typeface="Times New Roman"/>
                <a:cs typeface="Times New Roman"/>
              </a:rPr>
              <a:t>Предметная</a:t>
            </a:r>
            <a:r>
              <a:rPr spc="-5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pc="-25" dirty="0">
                <a:solidFill>
                  <a:srgbClr val="252525"/>
                </a:solidFill>
                <a:latin typeface="Times New Roman"/>
                <a:cs typeface="Times New Roman"/>
              </a:rPr>
              <a:t>область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3</a:t>
            </a:fld>
            <a:r>
              <a:rPr dirty="0"/>
              <a:t>/15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4150" y="3084299"/>
            <a:ext cx="10168890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680"/>
              </a:lnSpc>
              <a:spcBef>
                <a:spcPts val="100"/>
              </a:spcBef>
            </a:pPr>
            <a:endParaRPr lang="ru-RU" sz="2400" spc="-1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ts val="2680"/>
              </a:lnSpc>
              <a:spcBef>
                <a:spcPts val="100"/>
              </a:spcBef>
            </a:pPr>
            <a:r>
              <a:rPr lang="ru-RU" sz="2400" spc="-15" dirty="0">
                <a:solidFill>
                  <a:srgbClr val="252525"/>
                </a:solidFill>
                <a:latin typeface="Times New Roman"/>
                <a:cs typeface="Times New Roman"/>
              </a:rPr>
              <a:t>Антикафе – это посредник между организатором и посетителем. Основным направлением деятельности антикафе является создание уникальной атмосферы для проведения мероприятий, праздников или отдыха. В наше время большинство клиентов предпочитает удобство онлайн-заказов, просмотр информации о мероприятиях в сети, выбор развлечений и услуг. Основными преимуществами таких виртуальных платформ считается широкое распространение и удобство использования.</a:t>
            </a:r>
            <a:endParaRPr lang="ru-RU"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5950" y="-335540"/>
            <a:ext cx="13185228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400" spc="385" dirty="0" err="1"/>
              <a:t>Инструментальные</a:t>
            </a:r>
            <a:r>
              <a:rPr sz="4400" spc="20" dirty="0"/>
              <a:t> </a:t>
            </a:r>
            <a:r>
              <a:rPr sz="4400" spc="365" dirty="0" err="1"/>
              <a:t>средства</a:t>
            </a:r>
            <a:r>
              <a:rPr lang="ru-RU" sz="4400" spc="365" dirty="0"/>
              <a:t> </a:t>
            </a:r>
            <a:r>
              <a:rPr lang="ru-RU" sz="4400" spc="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4400"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44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4400" spc="3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4400" spc="4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44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4400" spc="3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4400" spc="5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44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</a:t>
            </a:r>
            <a:br>
              <a:rPr lang="ru-RU" sz="4400" dirty="0">
                <a:latin typeface="Trebuchet MS"/>
                <a:cs typeface="Trebuchet MS"/>
              </a:rPr>
            </a:br>
            <a:endParaRPr sz="4400" dirty="0"/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4</a:t>
            </a:fld>
            <a:r>
              <a:rPr dirty="0"/>
              <a:t>/15</a:t>
            </a:r>
          </a:p>
        </p:txBody>
      </p:sp>
      <p:sp>
        <p:nvSpPr>
          <p:cNvPr id="5" name="object 5"/>
          <p:cNvSpPr/>
          <p:nvPr/>
        </p:nvSpPr>
        <p:spPr>
          <a:xfrm>
            <a:off x="3640683" y="899643"/>
            <a:ext cx="3847465" cy="436245"/>
          </a:xfrm>
          <a:custGeom>
            <a:avLst/>
            <a:gdLst/>
            <a:ahLst/>
            <a:cxnLst/>
            <a:rect l="l" t="t" r="r" b="b"/>
            <a:pathLst>
              <a:path w="3847465" h="436244">
                <a:moveTo>
                  <a:pt x="3846956" y="0"/>
                </a:moveTo>
                <a:lnTo>
                  <a:pt x="0" y="0"/>
                </a:lnTo>
                <a:lnTo>
                  <a:pt x="0" y="435952"/>
                </a:lnTo>
                <a:lnTo>
                  <a:pt x="3846956" y="435952"/>
                </a:lnTo>
                <a:lnTo>
                  <a:pt x="3846956" y="0"/>
                </a:lnTo>
                <a:close/>
              </a:path>
            </a:pathLst>
          </a:custGeom>
          <a:solidFill>
            <a:srgbClr val="E3821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233580" y="953897"/>
            <a:ext cx="66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Э</a:t>
            </a:r>
            <a:r>
              <a:rPr sz="1800" b="1" spc="-90" dirty="0">
                <a:solidFill>
                  <a:srgbClr val="FFFFFF"/>
                </a:solidFill>
                <a:latin typeface="Times New Roman"/>
                <a:cs typeface="Times New Roman"/>
              </a:rPr>
              <a:t>Т</a:t>
            </a:r>
            <a:r>
              <a:rPr sz="18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А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П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87640" y="899643"/>
            <a:ext cx="4100829" cy="436245"/>
          </a:xfrm>
          <a:custGeom>
            <a:avLst/>
            <a:gdLst/>
            <a:ahLst/>
            <a:cxnLst/>
            <a:rect l="l" t="t" r="r" b="b"/>
            <a:pathLst>
              <a:path w="4100829" h="436244">
                <a:moveTo>
                  <a:pt x="4100398" y="0"/>
                </a:moveTo>
                <a:lnTo>
                  <a:pt x="0" y="0"/>
                </a:lnTo>
                <a:lnTo>
                  <a:pt x="0" y="435952"/>
                </a:lnTo>
                <a:lnTo>
                  <a:pt x="4100398" y="435952"/>
                </a:lnTo>
                <a:lnTo>
                  <a:pt x="4100398" y="0"/>
                </a:lnTo>
                <a:close/>
              </a:path>
            </a:pathLst>
          </a:custGeom>
          <a:solidFill>
            <a:srgbClr val="E3821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8294293" y="953897"/>
            <a:ext cx="2428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Изображение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(логотип)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88038" y="899643"/>
            <a:ext cx="3750310" cy="436245"/>
          </a:xfrm>
          <a:custGeom>
            <a:avLst/>
            <a:gdLst/>
            <a:ahLst/>
            <a:cxnLst/>
            <a:rect l="l" t="t" r="r" b="b"/>
            <a:pathLst>
              <a:path w="3750309" h="436244">
                <a:moveTo>
                  <a:pt x="3749763" y="0"/>
                </a:moveTo>
                <a:lnTo>
                  <a:pt x="0" y="0"/>
                </a:lnTo>
                <a:lnTo>
                  <a:pt x="0" y="435952"/>
                </a:lnTo>
                <a:lnTo>
                  <a:pt x="3749763" y="435952"/>
                </a:lnTo>
                <a:lnTo>
                  <a:pt x="3749763" y="0"/>
                </a:lnTo>
                <a:close/>
              </a:path>
            </a:pathLst>
          </a:custGeom>
          <a:solidFill>
            <a:srgbClr val="E3821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2261862" y="953897"/>
            <a:ext cx="2400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Название</a:t>
            </a:r>
            <a:r>
              <a:rPr sz="1800" b="1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инструмента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0683" y="1335596"/>
            <a:ext cx="3847465" cy="902335"/>
          </a:xfrm>
          <a:custGeom>
            <a:avLst/>
            <a:gdLst/>
            <a:ahLst/>
            <a:cxnLst/>
            <a:rect l="l" t="t" r="r" b="b"/>
            <a:pathLst>
              <a:path w="3847465" h="902335">
                <a:moveTo>
                  <a:pt x="3846956" y="0"/>
                </a:moveTo>
                <a:lnTo>
                  <a:pt x="0" y="0"/>
                </a:lnTo>
                <a:lnTo>
                  <a:pt x="0" y="901801"/>
                </a:lnTo>
                <a:lnTo>
                  <a:pt x="3846956" y="901801"/>
                </a:lnTo>
                <a:lnTo>
                  <a:pt x="3846956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4010659" y="1539266"/>
            <a:ext cx="31064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Проектирование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ИС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87640" y="1335595"/>
            <a:ext cx="7850505" cy="902335"/>
          </a:xfrm>
          <a:custGeom>
            <a:avLst/>
            <a:gdLst/>
            <a:ahLst/>
            <a:cxnLst/>
            <a:rect l="l" t="t" r="r" b="b"/>
            <a:pathLst>
              <a:path w="7850505" h="902335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901801"/>
                </a:lnTo>
                <a:lnTo>
                  <a:pt x="4100398" y="901801"/>
                </a:lnTo>
                <a:lnTo>
                  <a:pt x="7850162" y="901801"/>
                </a:lnTo>
                <a:lnTo>
                  <a:pt x="7850162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 txBox="1"/>
          <p:nvPr/>
        </p:nvSpPr>
        <p:spPr>
          <a:xfrm>
            <a:off x="12965303" y="1572032"/>
            <a:ext cx="9963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ra</a:t>
            </a:r>
            <a:r>
              <a:rPr sz="2400" spc="-165" dirty="0">
                <a:latin typeface="Times New Roman"/>
                <a:cs typeface="Times New Roman"/>
              </a:rPr>
              <a:t>w</a:t>
            </a:r>
            <a:r>
              <a:rPr sz="2400" dirty="0">
                <a:latin typeface="Times New Roman"/>
                <a:cs typeface="Times New Roman"/>
              </a:rPr>
              <a:t>.io</a:t>
            </a:r>
          </a:p>
        </p:txBody>
      </p:sp>
      <p:sp>
        <p:nvSpPr>
          <p:cNvPr id="15" name="object 15"/>
          <p:cNvSpPr/>
          <p:nvPr/>
        </p:nvSpPr>
        <p:spPr>
          <a:xfrm>
            <a:off x="3640683" y="2237397"/>
            <a:ext cx="3847465" cy="902335"/>
          </a:xfrm>
          <a:custGeom>
            <a:avLst/>
            <a:gdLst/>
            <a:ahLst/>
            <a:cxnLst/>
            <a:rect l="l" t="t" r="r" b="b"/>
            <a:pathLst>
              <a:path w="3847465" h="902335">
                <a:moveTo>
                  <a:pt x="3846956" y="0"/>
                </a:moveTo>
                <a:lnTo>
                  <a:pt x="0" y="0"/>
                </a:lnTo>
                <a:lnTo>
                  <a:pt x="0" y="901801"/>
                </a:lnTo>
                <a:lnTo>
                  <a:pt x="3846956" y="901801"/>
                </a:lnTo>
                <a:lnTo>
                  <a:pt x="3846956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5335104" y="2440699"/>
            <a:ext cx="4591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latin typeface="Times New Roman"/>
                <a:cs typeface="Times New Roman"/>
              </a:rPr>
              <a:t>Б</a:t>
            </a:r>
            <a:r>
              <a:rPr sz="2800" dirty="0">
                <a:latin typeface="Times New Roman"/>
                <a:cs typeface="Times New Roman"/>
              </a:rPr>
              <a:t>Д</a:t>
            </a:r>
          </a:p>
        </p:txBody>
      </p:sp>
      <p:sp>
        <p:nvSpPr>
          <p:cNvPr id="17" name="object 17"/>
          <p:cNvSpPr/>
          <p:nvPr/>
        </p:nvSpPr>
        <p:spPr>
          <a:xfrm>
            <a:off x="7487640" y="2237397"/>
            <a:ext cx="7850505" cy="902335"/>
          </a:xfrm>
          <a:custGeom>
            <a:avLst/>
            <a:gdLst/>
            <a:ahLst/>
            <a:cxnLst/>
            <a:rect l="l" t="t" r="r" b="b"/>
            <a:pathLst>
              <a:path w="7850505" h="902335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901801"/>
                </a:lnTo>
                <a:lnTo>
                  <a:pt x="4100398" y="901801"/>
                </a:lnTo>
                <a:lnTo>
                  <a:pt x="7850162" y="901801"/>
                </a:lnTo>
                <a:lnTo>
                  <a:pt x="7850162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12951624" y="2473821"/>
            <a:ext cx="102361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spc="-10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15" dirty="0">
                <a:latin typeface="Times New Roman"/>
                <a:cs typeface="Times New Roman"/>
              </a:rPr>
              <a:t>Q</a:t>
            </a:r>
            <a:r>
              <a:rPr sz="2400" dirty="0">
                <a:latin typeface="Times New Roman"/>
                <a:cs typeface="Times New Roman"/>
              </a:rPr>
              <a:t>L</a:t>
            </a:r>
          </a:p>
        </p:txBody>
      </p:sp>
      <p:sp>
        <p:nvSpPr>
          <p:cNvPr id="19" name="object 19"/>
          <p:cNvSpPr/>
          <p:nvPr/>
        </p:nvSpPr>
        <p:spPr>
          <a:xfrm>
            <a:off x="3640683" y="3139199"/>
            <a:ext cx="3847465" cy="1097915"/>
          </a:xfrm>
          <a:custGeom>
            <a:avLst/>
            <a:gdLst/>
            <a:ahLst/>
            <a:cxnLst/>
            <a:rect l="l" t="t" r="r" b="b"/>
            <a:pathLst>
              <a:path w="3847465" h="1097914">
                <a:moveTo>
                  <a:pt x="3846956" y="0"/>
                </a:moveTo>
                <a:lnTo>
                  <a:pt x="0" y="0"/>
                </a:lnTo>
                <a:lnTo>
                  <a:pt x="0" y="1097635"/>
                </a:lnTo>
                <a:lnTo>
                  <a:pt x="3846956" y="1097635"/>
                </a:lnTo>
                <a:lnTo>
                  <a:pt x="3846956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4041254" y="3440430"/>
            <a:ext cx="30460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Times New Roman"/>
                <a:cs typeface="Times New Roman"/>
              </a:rPr>
              <a:t>Проектирование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5" dirty="0">
                <a:latin typeface="Times New Roman"/>
                <a:cs typeface="Times New Roman"/>
              </a:rPr>
              <a:t>БД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87640" y="3139199"/>
            <a:ext cx="7850505" cy="1097915"/>
          </a:xfrm>
          <a:custGeom>
            <a:avLst/>
            <a:gdLst/>
            <a:ahLst/>
            <a:cxnLst/>
            <a:rect l="l" t="t" r="r" b="b"/>
            <a:pathLst>
              <a:path w="7850505" h="1097914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1097635"/>
                </a:lnTo>
                <a:lnTo>
                  <a:pt x="4100398" y="1097635"/>
                </a:lnTo>
                <a:lnTo>
                  <a:pt x="7850162" y="1097635"/>
                </a:lnTo>
                <a:lnTo>
                  <a:pt x="7850162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12300025" y="3305785"/>
            <a:ext cx="2326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MySql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Workbench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640683" y="4236835"/>
            <a:ext cx="3847465" cy="1126490"/>
          </a:xfrm>
          <a:custGeom>
            <a:avLst/>
            <a:gdLst/>
            <a:ahLst/>
            <a:cxnLst/>
            <a:rect l="l" t="t" r="r" b="b"/>
            <a:pathLst>
              <a:path w="3847465" h="1126489">
                <a:moveTo>
                  <a:pt x="3846956" y="0"/>
                </a:moveTo>
                <a:lnTo>
                  <a:pt x="0" y="0"/>
                </a:lnTo>
                <a:lnTo>
                  <a:pt x="0" y="1126451"/>
                </a:lnTo>
                <a:lnTo>
                  <a:pt x="3846956" y="1126451"/>
                </a:lnTo>
                <a:lnTo>
                  <a:pt x="3846956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4301540" y="4355910"/>
            <a:ext cx="2524760" cy="8451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78460" marR="5080" indent="-365760">
              <a:lnSpc>
                <a:spcPts val="3090"/>
              </a:lnSpc>
              <a:spcBef>
                <a:spcPts val="425"/>
              </a:spcBef>
            </a:pPr>
            <a:r>
              <a:rPr sz="2800" spc="-15" dirty="0">
                <a:latin typeface="Times New Roman"/>
                <a:cs typeface="Times New Roman"/>
              </a:rPr>
              <a:t>П</a:t>
            </a:r>
            <a:r>
              <a:rPr sz="2800" spc="5" dirty="0">
                <a:latin typeface="Times New Roman"/>
                <a:cs typeface="Times New Roman"/>
              </a:rPr>
              <a:t>р</a:t>
            </a:r>
            <a:r>
              <a:rPr sz="2800" spc="15" dirty="0">
                <a:latin typeface="Times New Roman"/>
                <a:cs typeface="Times New Roman"/>
              </a:rPr>
              <a:t>о</a:t>
            </a:r>
            <a:r>
              <a:rPr sz="2800" spc="-5" dirty="0">
                <a:latin typeface="Times New Roman"/>
                <a:cs typeface="Times New Roman"/>
              </a:rPr>
              <a:t>е</a:t>
            </a:r>
            <a:r>
              <a:rPr sz="2800" spc="-45" dirty="0">
                <a:latin typeface="Times New Roman"/>
                <a:cs typeface="Times New Roman"/>
              </a:rPr>
              <a:t>к</a:t>
            </a:r>
            <a:r>
              <a:rPr sz="2800" dirty="0">
                <a:latin typeface="Times New Roman"/>
                <a:cs typeface="Times New Roman"/>
              </a:rPr>
              <a:t>т</a:t>
            </a:r>
            <a:r>
              <a:rPr sz="2800" spc="-5" dirty="0">
                <a:latin typeface="Times New Roman"/>
                <a:cs typeface="Times New Roman"/>
              </a:rPr>
              <a:t>иро</a:t>
            </a:r>
            <a:r>
              <a:rPr sz="2800" spc="-35" dirty="0">
                <a:latin typeface="Times New Roman"/>
                <a:cs typeface="Times New Roman"/>
              </a:rPr>
              <a:t>в</a:t>
            </a:r>
            <a:r>
              <a:rPr sz="2800" spc="-15" dirty="0">
                <a:latin typeface="Times New Roman"/>
                <a:cs typeface="Times New Roman"/>
              </a:rPr>
              <a:t>а</a:t>
            </a:r>
            <a:r>
              <a:rPr sz="2800" spc="-5" dirty="0">
                <a:latin typeface="Times New Roman"/>
                <a:cs typeface="Times New Roman"/>
              </a:rPr>
              <a:t>ние  интерфейса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487640" y="4236834"/>
            <a:ext cx="7850505" cy="1126490"/>
          </a:xfrm>
          <a:custGeom>
            <a:avLst/>
            <a:gdLst/>
            <a:ahLst/>
            <a:cxnLst/>
            <a:rect l="l" t="t" r="r" b="b"/>
            <a:pathLst>
              <a:path w="7850505" h="1126489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1126451"/>
                </a:lnTo>
                <a:lnTo>
                  <a:pt x="4100398" y="1126451"/>
                </a:lnTo>
                <a:lnTo>
                  <a:pt x="7850162" y="1126451"/>
                </a:lnTo>
                <a:lnTo>
                  <a:pt x="7850162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 txBox="1"/>
          <p:nvPr/>
        </p:nvSpPr>
        <p:spPr>
          <a:xfrm>
            <a:off x="13060705" y="4585945"/>
            <a:ext cx="8045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F</a:t>
            </a:r>
            <a:r>
              <a:rPr sz="2400" dirty="0">
                <a:latin typeface="Times New Roman"/>
                <a:cs typeface="Times New Roman"/>
              </a:rPr>
              <a:t>igma</a:t>
            </a:r>
          </a:p>
        </p:txBody>
      </p:sp>
      <p:sp>
        <p:nvSpPr>
          <p:cNvPr id="27" name="object 27"/>
          <p:cNvSpPr/>
          <p:nvPr/>
        </p:nvSpPr>
        <p:spPr>
          <a:xfrm>
            <a:off x="3640683" y="5363286"/>
            <a:ext cx="3847465" cy="1126490"/>
          </a:xfrm>
          <a:custGeom>
            <a:avLst/>
            <a:gdLst/>
            <a:ahLst/>
            <a:cxnLst/>
            <a:rect l="l" t="t" r="r" b="b"/>
            <a:pathLst>
              <a:path w="3847465" h="1126489">
                <a:moveTo>
                  <a:pt x="3846956" y="0"/>
                </a:moveTo>
                <a:lnTo>
                  <a:pt x="0" y="0"/>
                </a:lnTo>
                <a:lnTo>
                  <a:pt x="0" y="1126439"/>
                </a:lnTo>
                <a:lnTo>
                  <a:pt x="3846956" y="1126439"/>
                </a:lnTo>
                <a:lnTo>
                  <a:pt x="3846956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 txBox="1"/>
          <p:nvPr/>
        </p:nvSpPr>
        <p:spPr>
          <a:xfrm>
            <a:off x="4202544" y="5482349"/>
            <a:ext cx="2723515" cy="8451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0375" marR="5080" indent="-448309">
              <a:lnSpc>
                <a:spcPts val="3090"/>
              </a:lnSpc>
              <a:spcBef>
                <a:spcPts val="425"/>
              </a:spcBef>
            </a:pPr>
            <a:r>
              <a:rPr sz="2800" spc="-15" dirty="0">
                <a:latin typeface="Times New Roman"/>
                <a:cs typeface="Times New Roman"/>
              </a:rPr>
              <a:t>Разработка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(среда </a:t>
            </a:r>
            <a:r>
              <a:rPr sz="2800" spc="-6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разработки)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87640" y="5363286"/>
            <a:ext cx="7850505" cy="1126490"/>
          </a:xfrm>
          <a:custGeom>
            <a:avLst/>
            <a:gdLst/>
            <a:ahLst/>
            <a:cxnLst/>
            <a:rect l="l" t="t" r="r" b="b"/>
            <a:pathLst>
              <a:path w="7850505" h="1126489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1126439"/>
                </a:lnTo>
                <a:lnTo>
                  <a:pt x="4100398" y="1126439"/>
                </a:lnTo>
                <a:lnTo>
                  <a:pt x="7850162" y="1126439"/>
                </a:lnTo>
                <a:lnTo>
                  <a:pt x="7850162" y="0"/>
                </a:lnTo>
                <a:close/>
              </a:path>
            </a:pathLst>
          </a:custGeom>
          <a:solidFill>
            <a:srgbClr val="F4D7C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 txBox="1"/>
          <p:nvPr/>
        </p:nvSpPr>
        <p:spPr>
          <a:xfrm>
            <a:off x="12839662" y="5712384"/>
            <a:ext cx="1245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PhpStorm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640683" y="6489725"/>
            <a:ext cx="3847465" cy="1637030"/>
          </a:xfrm>
          <a:custGeom>
            <a:avLst/>
            <a:gdLst/>
            <a:ahLst/>
            <a:cxnLst/>
            <a:rect l="l" t="t" r="r" b="b"/>
            <a:pathLst>
              <a:path w="3847465" h="1637029">
                <a:moveTo>
                  <a:pt x="3846956" y="0"/>
                </a:moveTo>
                <a:lnTo>
                  <a:pt x="0" y="0"/>
                </a:lnTo>
                <a:lnTo>
                  <a:pt x="0" y="1636560"/>
                </a:lnTo>
                <a:lnTo>
                  <a:pt x="3846956" y="1636560"/>
                </a:lnTo>
                <a:lnTo>
                  <a:pt x="3846956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 txBox="1"/>
          <p:nvPr/>
        </p:nvSpPr>
        <p:spPr>
          <a:xfrm>
            <a:off x="4047375" y="6666027"/>
            <a:ext cx="3031490" cy="84645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210820">
              <a:lnSpc>
                <a:spcPts val="3100"/>
              </a:lnSpc>
              <a:spcBef>
                <a:spcPts val="420"/>
              </a:spcBef>
            </a:pPr>
            <a:r>
              <a:rPr sz="2800" spc="-15" dirty="0">
                <a:latin typeface="Times New Roman"/>
                <a:cs typeface="Times New Roman"/>
              </a:rPr>
              <a:t>Разработка </a:t>
            </a:r>
            <a:r>
              <a:rPr sz="2800" spc="-5" dirty="0">
                <a:latin typeface="Times New Roman"/>
                <a:cs typeface="Times New Roman"/>
              </a:rPr>
              <a:t>(язык 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программирования)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87640" y="6489725"/>
            <a:ext cx="7850505" cy="1637030"/>
          </a:xfrm>
          <a:custGeom>
            <a:avLst/>
            <a:gdLst/>
            <a:ahLst/>
            <a:cxnLst/>
            <a:rect l="l" t="t" r="r" b="b"/>
            <a:pathLst>
              <a:path w="7850505" h="1637029">
                <a:moveTo>
                  <a:pt x="7850162" y="0"/>
                </a:moveTo>
                <a:lnTo>
                  <a:pt x="4100398" y="0"/>
                </a:lnTo>
                <a:lnTo>
                  <a:pt x="0" y="0"/>
                </a:lnTo>
                <a:lnTo>
                  <a:pt x="0" y="1636560"/>
                </a:lnTo>
                <a:lnTo>
                  <a:pt x="4100398" y="1636560"/>
                </a:lnTo>
                <a:lnTo>
                  <a:pt x="7850162" y="1636560"/>
                </a:lnTo>
                <a:lnTo>
                  <a:pt x="7850162" y="0"/>
                </a:lnTo>
                <a:close/>
              </a:path>
            </a:pathLst>
          </a:custGeom>
          <a:solidFill>
            <a:srgbClr val="F9EBE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 txBox="1"/>
          <p:nvPr/>
        </p:nvSpPr>
        <p:spPr>
          <a:xfrm>
            <a:off x="12621145" y="7092988"/>
            <a:ext cx="16833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0" dirty="0">
                <a:latin typeface="Times New Roman"/>
                <a:cs typeface="Times New Roman"/>
              </a:rPr>
              <a:t>PHP,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JS,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CSS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35286" y="894245"/>
            <a:ext cx="11708130" cy="7237730"/>
            <a:chOff x="3635286" y="894245"/>
            <a:chExt cx="11708130" cy="7237730"/>
          </a:xfrm>
        </p:grpSpPr>
        <p:sp>
          <p:nvSpPr>
            <p:cNvPr id="36" name="object 36"/>
            <p:cNvSpPr/>
            <p:nvPr/>
          </p:nvSpPr>
          <p:spPr>
            <a:xfrm>
              <a:off x="3635286" y="894245"/>
              <a:ext cx="11708130" cy="7237730"/>
            </a:xfrm>
            <a:custGeom>
              <a:avLst/>
              <a:gdLst/>
              <a:ahLst/>
              <a:cxnLst/>
              <a:rect l="l" t="t" r="r" b="b"/>
              <a:pathLst>
                <a:path w="11708130" h="7237730">
                  <a:moveTo>
                    <a:pt x="0" y="5397"/>
                  </a:moveTo>
                  <a:lnTo>
                    <a:pt x="11707914" y="5397"/>
                  </a:lnTo>
                </a:path>
                <a:path w="11708130" h="7237730">
                  <a:moveTo>
                    <a:pt x="5397" y="0"/>
                  </a:moveTo>
                  <a:lnTo>
                    <a:pt x="5397" y="7237437"/>
                  </a:lnTo>
                </a:path>
                <a:path w="11708130" h="7237730">
                  <a:moveTo>
                    <a:pt x="3852354" y="0"/>
                  </a:moveTo>
                  <a:lnTo>
                    <a:pt x="3852354" y="7237437"/>
                  </a:lnTo>
                </a:path>
                <a:path w="11708130" h="7237730">
                  <a:moveTo>
                    <a:pt x="7952752" y="0"/>
                  </a:moveTo>
                  <a:lnTo>
                    <a:pt x="7952752" y="7237437"/>
                  </a:lnTo>
                </a:path>
                <a:path w="11708130" h="7237730">
                  <a:moveTo>
                    <a:pt x="11702516" y="0"/>
                  </a:moveTo>
                  <a:lnTo>
                    <a:pt x="11702516" y="7237437"/>
                  </a:lnTo>
                </a:path>
              </a:pathLst>
            </a:custGeom>
            <a:ln w="107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37"/>
            <p:cNvSpPr/>
            <p:nvPr/>
          </p:nvSpPr>
          <p:spPr>
            <a:xfrm>
              <a:off x="3635286" y="1335596"/>
              <a:ext cx="11708130" cy="0"/>
            </a:xfrm>
            <a:custGeom>
              <a:avLst/>
              <a:gdLst/>
              <a:ahLst/>
              <a:cxnLst/>
              <a:rect l="l" t="t" r="r" b="b"/>
              <a:pathLst>
                <a:path w="11708130">
                  <a:moveTo>
                    <a:pt x="0" y="0"/>
                  </a:moveTo>
                  <a:lnTo>
                    <a:pt x="11707914" y="0"/>
                  </a:lnTo>
                </a:path>
              </a:pathLst>
            </a:custGeom>
            <a:ln w="3365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8" name="object 38"/>
            <p:cNvSpPr/>
            <p:nvPr/>
          </p:nvSpPr>
          <p:spPr>
            <a:xfrm>
              <a:off x="3635286" y="2237397"/>
              <a:ext cx="11708130" cy="5888990"/>
            </a:xfrm>
            <a:custGeom>
              <a:avLst/>
              <a:gdLst/>
              <a:ahLst/>
              <a:cxnLst/>
              <a:rect l="l" t="t" r="r" b="b"/>
              <a:pathLst>
                <a:path w="11708130" h="5888990">
                  <a:moveTo>
                    <a:pt x="0" y="0"/>
                  </a:moveTo>
                  <a:lnTo>
                    <a:pt x="11707914" y="0"/>
                  </a:lnTo>
                </a:path>
                <a:path w="11708130" h="5888990">
                  <a:moveTo>
                    <a:pt x="0" y="901801"/>
                  </a:moveTo>
                  <a:lnTo>
                    <a:pt x="11707914" y="901801"/>
                  </a:lnTo>
                </a:path>
                <a:path w="11708130" h="5888990">
                  <a:moveTo>
                    <a:pt x="0" y="1999437"/>
                  </a:moveTo>
                  <a:lnTo>
                    <a:pt x="11707914" y="1999437"/>
                  </a:lnTo>
                </a:path>
                <a:path w="11708130" h="5888990">
                  <a:moveTo>
                    <a:pt x="0" y="3125889"/>
                  </a:moveTo>
                  <a:lnTo>
                    <a:pt x="11707914" y="3125889"/>
                  </a:lnTo>
                </a:path>
                <a:path w="11708130" h="5888990">
                  <a:moveTo>
                    <a:pt x="0" y="4252328"/>
                  </a:moveTo>
                  <a:lnTo>
                    <a:pt x="11707914" y="4252328"/>
                  </a:lnTo>
                </a:path>
                <a:path w="11708130" h="5888990">
                  <a:moveTo>
                    <a:pt x="0" y="5888888"/>
                  </a:moveTo>
                  <a:lnTo>
                    <a:pt x="11707914" y="5888888"/>
                  </a:lnTo>
                </a:path>
              </a:pathLst>
            </a:custGeom>
            <a:ln w="107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1145" y="4414521"/>
              <a:ext cx="760679" cy="76067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1000" y="3315234"/>
              <a:ext cx="793445" cy="79344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2513" y="6528245"/>
              <a:ext cx="1313281" cy="150479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5878" y="2296795"/>
              <a:ext cx="1927085" cy="79992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92513" y="5497551"/>
              <a:ext cx="793445" cy="79344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0202" y="6960959"/>
              <a:ext cx="1371955" cy="80388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53318" y="7101358"/>
              <a:ext cx="994676" cy="522719"/>
            </a:xfrm>
            <a:prstGeom prst="rect">
              <a:avLst/>
            </a:prstGeom>
          </p:spPr>
        </p:pic>
      </p:grpSp>
      <p:pic>
        <p:nvPicPr>
          <p:cNvPr id="48" name="object 39">
            <a:extLst>
              <a:ext uri="{FF2B5EF4-FFF2-40B4-BE49-F238E27FC236}">
                <a16:creationId xmlns:a16="http://schemas.microsoft.com/office/drawing/2014/main" id="{D5ABC1A2-AC08-45B2-9372-292AC665E6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71000" y="1405446"/>
            <a:ext cx="760679" cy="760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520950" y="703508"/>
            <a:ext cx="1268349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60915" algn="l"/>
              </a:tabLst>
            </a:pPr>
            <a:r>
              <a:rPr sz="5700" spc="-5" dirty="0">
                <a:latin typeface="Times New Roman"/>
                <a:cs typeface="Times New Roman"/>
              </a:rPr>
              <a:t>Пр</a:t>
            </a:r>
            <a:r>
              <a:rPr sz="5700" spc="60" dirty="0">
                <a:latin typeface="Times New Roman"/>
                <a:cs typeface="Times New Roman"/>
              </a:rPr>
              <a:t>о</a:t>
            </a:r>
            <a:r>
              <a:rPr sz="5700" spc="-5" dirty="0">
                <a:latin typeface="Times New Roman"/>
                <a:cs typeface="Times New Roman"/>
              </a:rPr>
              <a:t>е</a:t>
            </a:r>
            <a:r>
              <a:rPr sz="5700" spc="-70" dirty="0">
                <a:latin typeface="Times New Roman"/>
                <a:cs typeface="Times New Roman"/>
              </a:rPr>
              <a:t>к</a:t>
            </a:r>
            <a:r>
              <a:rPr sz="5700" spc="5" dirty="0">
                <a:latin typeface="Times New Roman"/>
                <a:cs typeface="Times New Roman"/>
              </a:rPr>
              <a:t>т</a:t>
            </a:r>
            <a:r>
              <a:rPr sz="5700" spc="-15" dirty="0">
                <a:latin typeface="Times New Roman"/>
                <a:cs typeface="Times New Roman"/>
              </a:rPr>
              <a:t>и</a:t>
            </a:r>
            <a:r>
              <a:rPr sz="5700" spc="5" dirty="0">
                <a:latin typeface="Times New Roman"/>
                <a:cs typeface="Times New Roman"/>
              </a:rPr>
              <a:t>ро</a:t>
            </a:r>
            <a:r>
              <a:rPr sz="5700" spc="-85" dirty="0">
                <a:latin typeface="Times New Roman"/>
                <a:cs typeface="Times New Roman"/>
              </a:rPr>
              <a:t>в</a:t>
            </a:r>
            <a:r>
              <a:rPr sz="5700" spc="-10" dirty="0">
                <a:latin typeface="Times New Roman"/>
                <a:cs typeface="Times New Roman"/>
              </a:rPr>
              <a:t>ани</a:t>
            </a:r>
            <a:r>
              <a:rPr sz="5700" dirty="0">
                <a:latin typeface="Times New Roman"/>
                <a:cs typeface="Times New Roman"/>
              </a:rPr>
              <a:t>е</a:t>
            </a:r>
            <a:r>
              <a:rPr sz="5700" spc="-10" dirty="0">
                <a:latin typeface="Times New Roman"/>
                <a:cs typeface="Times New Roman"/>
              </a:rPr>
              <a:t> </a:t>
            </a:r>
            <a:r>
              <a:rPr sz="5700" spc="-5" dirty="0">
                <a:latin typeface="Times New Roman"/>
                <a:cs typeface="Times New Roman"/>
              </a:rPr>
              <a:t>пр</a:t>
            </a:r>
            <a:r>
              <a:rPr sz="5700" dirty="0">
                <a:latin typeface="Times New Roman"/>
                <a:cs typeface="Times New Roman"/>
              </a:rPr>
              <a:t>о</a:t>
            </a:r>
            <a:r>
              <a:rPr sz="5700" spc="-5" dirty="0">
                <a:latin typeface="Times New Roman"/>
                <a:cs typeface="Times New Roman"/>
              </a:rPr>
              <a:t>г</a:t>
            </a:r>
            <a:r>
              <a:rPr sz="5700" dirty="0">
                <a:latin typeface="Times New Roman"/>
                <a:cs typeface="Times New Roman"/>
              </a:rPr>
              <a:t>р</a:t>
            </a:r>
            <a:r>
              <a:rPr sz="5700" spc="-5" dirty="0">
                <a:latin typeface="Times New Roman"/>
                <a:cs typeface="Times New Roman"/>
              </a:rPr>
              <a:t>аммно</a:t>
            </a:r>
            <a:r>
              <a:rPr sz="5700" spc="-145" dirty="0">
                <a:latin typeface="Times New Roman"/>
                <a:cs typeface="Times New Roman"/>
              </a:rPr>
              <a:t>г</a:t>
            </a:r>
            <a:r>
              <a:rPr sz="5700" dirty="0">
                <a:latin typeface="Times New Roman"/>
                <a:cs typeface="Times New Roman"/>
              </a:rPr>
              <a:t>о	</a:t>
            </a:r>
            <a:r>
              <a:rPr sz="5700" spc="-5" dirty="0">
                <a:latin typeface="Times New Roman"/>
                <a:cs typeface="Times New Roman"/>
              </a:rPr>
              <a:t>п</a:t>
            </a:r>
            <a:r>
              <a:rPr sz="5700" dirty="0">
                <a:latin typeface="Times New Roman"/>
                <a:cs typeface="Times New Roman"/>
              </a:rPr>
              <a:t>р</a:t>
            </a:r>
            <a:r>
              <a:rPr sz="5700" spc="-160" dirty="0">
                <a:latin typeface="Times New Roman"/>
                <a:cs typeface="Times New Roman"/>
              </a:rPr>
              <a:t>о</a:t>
            </a:r>
            <a:r>
              <a:rPr sz="5700" spc="-5" dirty="0">
                <a:latin typeface="Times New Roman"/>
                <a:cs typeface="Times New Roman"/>
              </a:rPr>
              <a:t>д</a:t>
            </a:r>
            <a:r>
              <a:rPr sz="5700" dirty="0">
                <a:latin typeface="Times New Roman"/>
                <a:cs typeface="Times New Roman"/>
              </a:rPr>
              <a:t>у</a:t>
            </a:r>
            <a:r>
              <a:rPr sz="5700" spc="-70" dirty="0">
                <a:latin typeface="Times New Roman"/>
                <a:cs typeface="Times New Roman"/>
              </a:rPr>
              <a:t>к</a:t>
            </a:r>
            <a:r>
              <a:rPr sz="5700" spc="50" dirty="0">
                <a:latin typeface="Times New Roman"/>
                <a:cs typeface="Times New Roman"/>
              </a:rPr>
              <a:t>т</a:t>
            </a:r>
            <a:r>
              <a:rPr sz="5700" dirty="0">
                <a:latin typeface="Times New Roman"/>
                <a:cs typeface="Times New Roman"/>
              </a:rPr>
              <a:t>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44703" y="1623136"/>
            <a:ext cx="3906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Times New Roman"/>
                <a:cs typeface="Times New Roman"/>
              </a:rPr>
              <a:t>Диаграмма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Use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case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5</a:t>
            </a:fld>
            <a:r>
              <a:rPr dirty="0"/>
              <a:t>/15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D2F156-4217-4D4F-B05E-BD7466AA2F3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63950" y="1688818"/>
            <a:ext cx="8650605" cy="6515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227" y="717817"/>
            <a:ext cx="1791144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  <a:tabLst>
                <a:tab pos="9865995" algn="l"/>
              </a:tabLst>
            </a:pPr>
            <a:r>
              <a:rPr spc="-10" dirty="0">
                <a:latin typeface="Times New Roman"/>
                <a:cs typeface="Times New Roman"/>
              </a:rPr>
              <a:t>Проектирование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программного	</a:t>
            </a:r>
            <a:r>
              <a:rPr spc="-25" dirty="0">
                <a:latin typeface="Times New Roman"/>
                <a:cs typeface="Times New Roman"/>
              </a:rPr>
              <a:t>продукта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  <a:tabLst>
                <a:tab pos="13002260" algn="l"/>
              </a:tabLst>
            </a:pPr>
            <a:r>
              <a:rPr sz="3600" spc="-5" dirty="0">
                <a:latin typeface="Times New Roman"/>
                <a:cs typeface="Times New Roman"/>
              </a:rPr>
              <a:t>	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6</a:t>
            </a:fld>
            <a:r>
              <a:rPr dirty="0"/>
              <a:t>/15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AD882E-470B-4BDA-8438-879FF1D9C6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86396" y="1530350"/>
            <a:ext cx="8001000" cy="61019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296EA7-27A1-4B79-9F44-559A24D52AEA}"/>
              </a:ext>
            </a:extLst>
          </p:cNvPr>
          <p:cNvSpPr txBox="1"/>
          <p:nvPr/>
        </p:nvSpPr>
        <p:spPr>
          <a:xfrm>
            <a:off x="7021826" y="7619143"/>
            <a:ext cx="9028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spc="-10" dirty="0">
                <a:latin typeface="Times New Roman"/>
                <a:cs typeface="Times New Roman"/>
              </a:rPr>
              <a:t>Диаграмма</a:t>
            </a:r>
            <a:r>
              <a:rPr lang="ru-RU" sz="3200" spc="-30" dirty="0">
                <a:latin typeface="Times New Roman"/>
                <a:cs typeface="Times New Roman"/>
              </a:rPr>
              <a:t> </a:t>
            </a:r>
            <a:r>
              <a:rPr lang="ru-RU" sz="3200" dirty="0">
                <a:latin typeface="Times New Roman"/>
                <a:cs typeface="Times New Roman"/>
              </a:rPr>
              <a:t>деятельности</a:t>
            </a:r>
            <a:endParaRPr lang="ru-RU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74914" y="708044"/>
            <a:ext cx="14293672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60915" algn="l"/>
              </a:tabLst>
            </a:pPr>
            <a:r>
              <a:rPr spc="-5" dirty="0">
                <a:latin typeface="Times New Roman"/>
                <a:cs typeface="Times New Roman"/>
              </a:rPr>
              <a:t>Пр</a:t>
            </a:r>
            <a:r>
              <a:rPr spc="60" dirty="0">
                <a:latin typeface="Times New Roman"/>
                <a:cs typeface="Times New Roman"/>
              </a:rPr>
              <a:t>о</a:t>
            </a:r>
            <a:r>
              <a:rPr spc="-5" dirty="0">
                <a:latin typeface="Times New Roman"/>
                <a:cs typeface="Times New Roman"/>
              </a:rPr>
              <a:t>е</a:t>
            </a:r>
            <a:r>
              <a:rPr spc="-70" dirty="0">
                <a:latin typeface="Times New Roman"/>
                <a:cs typeface="Times New Roman"/>
              </a:rPr>
              <a:t>к</a:t>
            </a:r>
            <a:r>
              <a:rPr spc="5" dirty="0">
                <a:latin typeface="Times New Roman"/>
                <a:cs typeface="Times New Roman"/>
              </a:rPr>
              <a:t>т</a:t>
            </a:r>
            <a:r>
              <a:rPr spc="-15" dirty="0">
                <a:latin typeface="Times New Roman"/>
                <a:cs typeface="Times New Roman"/>
              </a:rPr>
              <a:t>и</a:t>
            </a:r>
            <a:r>
              <a:rPr spc="5" dirty="0">
                <a:latin typeface="Times New Roman"/>
                <a:cs typeface="Times New Roman"/>
              </a:rPr>
              <a:t>ро</a:t>
            </a:r>
            <a:r>
              <a:rPr spc="-85" dirty="0">
                <a:latin typeface="Times New Roman"/>
                <a:cs typeface="Times New Roman"/>
              </a:rPr>
              <a:t>в</a:t>
            </a:r>
            <a:r>
              <a:rPr spc="-10" dirty="0">
                <a:latin typeface="Times New Roman"/>
                <a:cs typeface="Times New Roman"/>
              </a:rPr>
              <a:t>ани</a:t>
            </a:r>
            <a:r>
              <a:rPr dirty="0">
                <a:latin typeface="Times New Roman"/>
                <a:cs typeface="Times New Roman"/>
              </a:rPr>
              <a:t>е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пр</a:t>
            </a:r>
            <a:r>
              <a:rPr dirty="0">
                <a:latin typeface="Times New Roman"/>
                <a:cs typeface="Times New Roman"/>
              </a:rPr>
              <a:t>о</a:t>
            </a:r>
            <a:r>
              <a:rPr spc="-5" dirty="0">
                <a:latin typeface="Times New Roman"/>
                <a:cs typeface="Times New Roman"/>
              </a:rPr>
              <a:t>г</a:t>
            </a:r>
            <a:r>
              <a:rPr dirty="0">
                <a:latin typeface="Times New Roman"/>
                <a:cs typeface="Times New Roman"/>
              </a:rPr>
              <a:t>р</a:t>
            </a:r>
            <a:r>
              <a:rPr spc="-5" dirty="0">
                <a:latin typeface="Times New Roman"/>
                <a:cs typeface="Times New Roman"/>
              </a:rPr>
              <a:t>аммно</a:t>
            </a:r>
            <a:r>
              <a:rPr spc="-145" dirty="0">
                <a:latin typeface="Times New Roman"/>
                <a:cs typeface="Times New Roman"/>
              </a:rPr>
              <a:t>г</a:t>
            </a:r>
            <a:r>
              <a:rPr dirty="0">
                <a:latin typeface="Times New Roman"/>
                <a:cs typeface="Times New Roman"/>
              </a:rPr>
              <a:t>о	</a:t>
            </a:r>
            <a:r>
              <a:rPr spc="-5" dirty="0">
                <a:latin typeface="Times New Roman"/>
                <a:cs typeface="Times New Roman"/>
              </a:rPr>
              <a:t>п</a:t>
            </a:r>
            <a:r>
              <a:rPr dirty="0">
                <a:latin typeface="Times New Roman"/>
                <a:cs typeface="Times New Roman"/>
              </a:rPr>
              <a:t>р</a:t>
            </a:r>
            <a:r>
              <a:rPr spc="-160" dirty="0">
                <a:latin typeface="Times New Roman"/>
                <a:cs typeface="Times New Roman"/>
              </a:rPr>
              <a:t>о</a:t>
            </a:r>
            <a:r>
              <a:rPr spc="-5" dirty="0">
                <a:latin typeface="Times New Roman"/>
                <a:cs typeface="Times New Roman"/>
              </a:rPr>
              <a:t>д</a:t>
            </a:r>
            <a:r>
              <a:rPr dirty="0">
                <a:latin typeface="Times New Roman"/>
                <a:cs typeface="Times New Roman"/>
              </a:rPr>
              <a:t>у</a:t>
            </a:r>
            <a:r>
              <a:rPr spc="-70" dirty="0">
                <a:latin typeface="Times New Roman"/>
                <a:cs typeface="Times New Roman"/>
              </a:rPr>
              <a:t>к</a:t>
            </a:r>
            <a:r>
              <a:rPr spc="50" dirty="0">
                <a:latin typeface="Times New Roman"/>
                <a:cs typeface="Times New Roman"/>
              </a:rPr>
              <a:t>т</a:t>
            </a:r>
            <a:r>
              <a:rPr dirty="0">
                <a:latin typeface="Times New Roman"/>
                <a:cs typeface="Times New Roman"/>
              </a:rPr>
              <a:t>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7</a:t>
            </a:fld>
            <a:r>
              <a:rPr dirty="0"/>
              <a:t>/15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546205" y="1690037"/>
            <a:ext cx="507174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 err="1">
                <a:latin typeface="Times New Roman"/>
                <a:cs typeface="Times New Roman"/>
              </a:rPr>
              <a:t>Диаграмма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25" dirty="0" err="1">
                <a:latin typeface="Times New Roman"/>
                <a:cs typeface="Times New Roman"/>
              </a:rPr>
              <a:t>декомпозиции</a:t>
            </a:r>
            <a:r>
              <a:rPr lang="ru-RU" sz="3600" spc="-25" dirty="0">
                <a:latin typeface="Times New Roman"/>
                <a:cs typeface="Times New Roman"/>
              </a:rPr>
              <a:t> 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7950" y="1692263"/>
            <a:ext cx="4645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>
                <a:latin typeface="Times New Roman"/>
                <a:cs typeface="Times New Roman"/>
              </a:rPr>
              <a:t>Контекстная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диаграмма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70951B0-A559-4AFB-9C54-5711DBE783C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13929" y="2645283"/>
            <a:ext cx="8007821" cy="55586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1A5C9A-63F7-4BD4-BF10-4C5380CC2A2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40950" y="2509917"/>
            <a:ext cx="6941021" cy="5694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06750" y="311785"/>
            <a:ext cx="11094605" cy="1447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Проектирование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базы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данных</a:t>
            </a:r>
          </a:p>
          <a:p>
            <a:pPr marR="734695" algn="ctr">
              <a:lnSpc>
                <a:spcPct val="100000"/>
              </a:lnSpc>
              <a:spcBef>
                <a:spcPts val="30"/>
              </a:spcBef>
            </a:pPr>
            <a:r>
              <a:rPr sz="3600" spc="-20" dirty="0">
                <a:latin typeface="Times New Roman"/>
                <a:cs typeface="Times New Roman"/>
              </a:rPr>
              <a:t>ER-модель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базы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данных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8</a:t>
            </a:fld>
            <a:r>
              <a:rPr dirty="0"/>
              <a:t>/15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864215-4EFA-4614-8ADB-B86A6287EB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40350" y="1758950"/>
            <a:ext cx="7620000" cy="6245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8961" y="1730883"/>
            <a:ext cx="15921990" cy="914400"/>
          </a:xfrm>
          <a:custGeom>
            <a:avLst/>
            <a:gdLst/>
            <a:ahLst/>
            <a:cxnLst/>
            <a:rect l="l" t="t" r="r" b="b"/>
            <a:pathLst>
              <a:path w="15921990" h="914400">
                <a:moveTo>
                  <a:pt x="15921723" y="0"/>
                </a:moveTo>
                <a:lnTo>
                  <a:pt x="0" y="0"/>
                </a:lnTo>
                <a:lnTo>
                  <a:pt x="0" y="914031"/>
                </a:lnTo>
                <a:lnTo>
                  <a:pt x="7961033" y="914031"/>
                </a:lnTo>
                <a:lnTo>
                  <a:pt x="15921723" y="914031"/>
                </a:lnTo>
                <a:lnTo>
                  <a:pt x="159217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49350" y="1715656"/>
            <a:ext cx="55518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 err="1">
                <a:latin typeface="Times New Roman"/>
                <a:cs typeface="Times New Roman"/>
              </a:rPr>
              <a:t>Прототип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lang="ru-RU" sz="3600" spc="-30" dirty="0">
                <a:latin typeface="Times New Roman"/>
                <a:cs typeface="Times New Roman"/>
              </a:rPr>
              <a:t>страницы входа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46271" y="854256"/>
            <a:ext cx="16110051" cy="907941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4920615" marR="5080" indent="-3679190">
              <a:lnSpc>
                <a:spcPts val="6150"/>
              </a:lnSpc>
              <a:spcBef>
                <a:spcPts val="880"/>
              </a:spcBef>
            </a:pPr>
            <a:r>
              <a:rPr spc="-10" dirty="0">
                <a:latin typeface="Times New Roman"/>
                <a:cs typeface="Times New Roman"/>
              </a:rPr>
              <a:t>Проектирование </a:t>
            </a:r>
            <a:r>
              <a:rPr spc="-50" dirty="0">
                <a:latin typeface="Times New Roman"/>
                <a:cs typeface="Times New Roman"/>
              </a:rPr>
              <a:t>пользовательского </a:t>
            </a:r>
            <a:r>
              <a:rPr spc="-14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интерфейса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530">
              <a:lnSpc>
                <a:spcPts val="3155"/>
              </a:lnSpc>
            </a:pPr>
            <a:fld id="{81D60167-4931-47E6-BA6A-407CBD079E47}" type="slidenum">
              <a:rPr dirty="0"/>
              <a:t>9</a:t>
            </a:fld>
            <a:r>
              <a:rPr dirty="0"/>
              <a:t>/15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29417" y="1715656"/>
            <a:ext cx="5808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 err="1">
                <a:latin typeface="Times New Roman"/>
                <a:cs typeface="Times New Roman"/>
              </a:rPr>
              <a:t>Прототип</a:t>
            </a:r>
            <a:r>
              <a:rPr sz="3600" spc="-45" dirty="0">
                <a:latin typeface="Times New Roman"/>
                <a:cs typeface="Times New Roman"/>
              </a:rPr>
              <a:t> </a:t>
            </a:r>
            <a:r>
              <a:rPr lang="ru-RU" sz="3600" spc="-15" dirty="0">
                <a:latin typeface="Times New Roman"/>
                <a:cs typeface="Times New Roman"/>
              </a:rPr>
              <a:t>главной страницы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572BAFD-E2F3-4816-B948-D57239AAC3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7169" y="2669993"/>
            <a:ext cx="5213986" cy="5337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34990C-CCD9-453F-A1CE-A6017F58E99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29417" y="2583061"/>
            <a:ext cx="5945116" cy="5511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4150" y="972246"/>
            <a:ext cx="18346363" cy="906657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250565" marR="4060190" indent="-3238500">
              <a:lnSpc>
                <a:spcPts val="6160"/>
              </a:lnSpc>
              <a:spcBef>
                <a:spcPts val="869"/>
              </a:spcBef>
            </a:pPr>
            <a:r>
              <a:rPr spc="480" dirty="0" err="1"/>
              <a:t>Разработка</a:t>
            </a:r>
            <a:r>
              <a:rPr spc="20" dirty="0"/>
              <a:t> </a:t>
            </a:r>
            <a:r>
              <a:rPr spc="475" dirty="0" err="1"/>
              <a:t>программного</a:t>
            </a:r>
            <a:r>
              <a:rPr lang="ru-RU" spc="475" dirty="0"/>
              <a:t> </a:t>
            </a:r>
            <a:r>
              <a:rPr spc="555" dirty="0" err="1"/>
              <a:t>продукта</a:t>
            </a:r>
            <a:endParaRPr lang="ru-RU" spc="555" dirty="0"/>
          </a:p>
        </p:txBody>
      </p:sp>
      <p:sp>
        <p:nvSpPr>
          <p:cNvPr id="7" name="object 7"/>
          <p:cNvSpPr txBox="1"/>
          <p:nvPr/>
        </p:nvSpPr>
        <p:spPr>
          <a:xfrm>
            <a:off x="16546740" y="8547589"/>
            <a:ext cx="103251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>
              <a:lnSpc>
                <a:spcPts val="3155"/>
              </a:lnSpc>
            </a:pPr>
            <a:fld id="{81D60167-4931-47E6-BA6A-407CBD079E47}" type="slidenum"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fld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/15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C2AE3ED-3FE7-4B92-A419-E8036ED04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747" y="3435350"/>
            <a:ext cx="8786648" cy="43434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6E6E79-1FF6-469D-B5FD-B44E73044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553" y="2403413"/>
            <a:ext cx="5181600" cy="56403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724FB9-6482-41DE-B94C-70DC17E1AE74}"/>
              </a:ext>
            </a:extLst>
          </p:cNvPr>
          <p:cNvSpPr txBox="1"/>
          <p:nvPr/>
        </p:nvSpPr>
        <p:spPr>
          <a:xfrm>
            <a:off x="1454150" y="2403413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 кода для бронирования комнаты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8A75A-9BB4-4041-B56F-B4B20A74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B7610B-6ADE-474B-8E54-20489E374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50" y="2940384"/>
            <a:ext cx="13336359" cy="4355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3EE174-ABBD-4E9E-A275-64320EC2ACF8}"/>
              </a:ext>
            </a:extLst>
          </p:cNvPr>
          <p:cNvSpPr txBox="1"/>
          <p:nvPr/>
        </p:nvSpPr>
        <p:spPr>
          <a:xfrm>
            <a:off x="5035550" y="1129805"/>
            <a:ext cx="922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базы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790133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78150" y="768350"/>
            <a:ext cx="10989310" cy="894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-20" dirty="0">
                <a:latin typeface="Times New Roman"/>
                <a:cs typeface="Times New Roman"/>
              </a:rPr>
              <a:t>Разработка</a:t>
            </a:r>
            <a:r>
              <a:rPr sz="5700" spc="-25" dirty="0">
                <a:latin typeface="Times New Roman"/>
                <a:cs typeface="Times New Roman"/>
              </a:rPr>
              <a:t> </a:t>
            </a:r>
            <a:r>
              <a:rPr sz="5700" spc="-15" dirty="0">
                <a:latin typeface="Times New Roman"/>
                <a:cs typeface="Times New Roman"/>
              </a:rPr>
              <a:t>программного</a:t>
            </a:r>
            <a:r>
              <a:rPr sz="5700" spc="-20" dirty="0">
                <a:latin typeface="Times New Roman"/>
                <a:cs typeface="Times New Roman"/>
              </a:rPr>
              <a:t> </a:t>
            </a:r>
            <a:r>
              <a:rPr sz="5700" spc="-25" dirty="0">
                <a:latin typeface="Times New Roman"/>
                <a:cs typeface="Times New Roman"/>
              </a:rPr>
              <a:t>продукта</a:t>
            </a:r>
            <a:endParaRPr sz="57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46740" y="8547589"/>
            <a:ext cx="103251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>
              <a:lnSpc>
                <a:spcPts val="3155"/>
              </a:lnSpc>
            </a:pPr>
            <a:fld id="{81D60167-4931-47E6-BA6A-407CBD079E47}" type="slidenum"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fld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/15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E42F75-A71B-4C43-980C-B536AD53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0" y="2749550"/>
            <a:ext cx="8924925" cy="5105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A8D472-BD63-4E19-B7F9-234075D4499B}"/>
              </a:ext>
            </a:extLst>
          </p:cNvPr>
          <p:cNvSpPr txBox="1"/>
          <p:nvPr/>
        </p:nvSpPr>
        <p:spPr>
          <a:xfrm>
            <a:off x="1758950" y="1987550"/>
            <a:ext cx="1043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для удаления тарифов комнат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2067" y="297831"/>
            <a:ext cx="14171765" cy="171192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250565" marR="5080" indent="-3238500">
              <a:lnSpc>
                <a:spcPts val="6160"/>
              </a:lnSpc>
              <a:spcBef>
                <a:spcPts val="869"/>
              </a:spcBef>
            </a:pPr>
            <a:r>
              <a:rPr spc="480" dirty="0"/>
              <a:t>Разработка</a:t>
            </a:r>
            <a:r>
              <a:rPr spc="20" dirty="0"/>
              <a:t> </a:t>
            </a:r>
            <a:r>
              <a:rPr spc="475" dirty="0"/>
              <a:t>программного </a:t>
            </a:r>
            <a:r>
              <a:rPr spc="-1705" dirty="0"/>
              <a:t> </a:t>
            </a:r>
            <a:r>
              <a:rPr spc="555" dirty="0"/>
              <a:t>продукта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782898" y="1677505"/>
            <a:ext cx="6740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latin typeface="Times New Roman"/>
                <a:cs typeface="Times New Roman"/>
              </a:rPr>
              <a:t>Код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 err="1">
                <a:latin typeface="Times New Roman"/>
                <a:cs typeface="Times New Roman"/>
              </a:rPr>
              <a:t>для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lang="ru-RU" sz="3600" spc="-15" dirty="0">
                <a:latin typeface="Times New Roman"/>
                <a:cs typeface="Times New Roman"/>
              </a:rPr>
              <a:t>экспорта комнат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11128" y="1722740"/>
            <a:ext cx="709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0" dirty="0">
                <a:latin typeface="Times New Roman"/>
                <a:cs typeface="Times New Roman"/>
              </a:rPr>
              <a:t>Код</a:t>
            </a:r>
            <a:r>
              <a:rPr sz="3600" spc="-10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для </a:t>
            </a:r>
            <a:r>
              <a:rPr sz="3600" spc="-30" dirty="0">
                <a:latin typeface="Times New Roman"/>
                <a:cs typeface="Times New Roman"/>
              </a:rPr>
              <a:t>подключения</a:t>
            </a:r>
            <a:r>
              <a:rPr sz="3600" spc="-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к</a:t>
            </a:r>
            <a:r>
              <a:rPr sz="3600" spc="-1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базе</a:t>
            </a:r>
            <a:r>
              <a:rPr sz="3600" spc="-2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данных</a:t>
            </a:r>
            <a:endParaRPr sz="36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46740" y="8547589"/>
            <a:ext cx="103251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>
              <a:lnSpc>
                <a:spcPts val="3155"/>
              </a:lnSpc>
            </a:pPr>
            <a:fld id="{81D60167-4931-47E6-BA6A-407CBD079E47}" type="slidenum"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fld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/15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A4D166C-1E8D-40F3-89A8-9A4DFCD5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750" y="3480130"/>
            <a:ext cx="7310437" cy="27500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2012D5C-233E-4383-9EB2-06977DBE7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206" y="2296780"/>
            <a:ext cx="6115050" cy="5705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9094" y="1257021"/>
            <a:ext cx="378206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b="1" spc="900" dirty="0">
                <a:solidFill>
                  <a:srgbClr val="3E3E3E"/>
                </a:solidFill>
                <a:latin typeface="Trebuchet MS"/>
                <a:cs typeface="Trebuchet MS"/>
              </a:rPr>
              <a:t>Выводы</a:t>
            </a:r>
            <a:endParaRPr sz="63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912066" y="3357157"/>
            <a:ext cx="14171765" cy="4123886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lang="ru-RU" spc="-10" dirty="0"/>
              <a:t>Реализована</a:t>
            </a:r>
            <a:r>
              <a:rPr lang="ru-RU" spc="-5" dirty="0"/>
              <a:t> </a:t>
            </a:r>
            <a:r>
              <a:rPr lang="ru-RU" spc="-15" dirty="0"/>
              <a:t>Информационная система</a:t>
            </a:r>
            <a:r>
              <a:rPr lang="ru-RU" spc="5" dirty="0"/>
              <a:t> </a:t>
            </a:r>
            <a:r>
              <a:rPr sz="3200" b="1" spc="-15" dirty="0">
                <a:latin typeface="Times New Roman"/>
                <a:cs typeface="Times New Roman"/>
              </a:rPr>
              <a:t>«</a:t>
            </a:r>
            <a:r>
              <a:rPr lang="ru-RU" sz="3200" b="1" spc="-15" dirty="0">
                <a:latin typeface="Times New Roman"/>
                <a:cs typeface="Times New Roman"/>
              </a:rPr>
              <a:t>Антикафе</a:t>
            </a:r>
            <a:r>
              <a:rPr sz="3200" b="1" spc="-15" dirty="0">
                <a:latin typeface="Times New Roman"/>
                <a:cs typeface="Times New Roman"/>
              </a:rPr>
              <a:t>»</a:t>
            </a:r>
            <a:r>
              <a:rPr sz="3200" spc="-15" dirty="0"/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spc="-10" dirty="0"/>
              <a:t>Реализован</a:t>
            </a:r>
            <a:r>
              <a:rPr spc="-5" dirty="0"/>
              <a:t> </a:t>
            </a:r>
            <a:r>
              <a:rPr spc="-10" dirty="0"/>
              <a:t>функционал</a:t>
            </a:r>
            <a:r>
              <a:rPr spc="-5" dirty="0"/>
              <a:t> </a:t>
            </a:r>
            <a:r>
              <a:rPr spc="-10" dirty="0"/>
              <a:t>программного</a:t>
            </a:r>
            <a:r>
              <a:rPr spc="-5" dirty="0"/>
              <a:t> </a:t>
            </a:r>
            <a:r>
              <a:rPr spc="-15" dirty="0"/>
              <a:t>продукта </a:t>
            </a:r>
            <a:r>
              <a:rPr dirty="0"/>
              <a:t>в </a:t>
            </a:r>
            <a:r>
              <a:rPr spc="-10" dirty="0"/>
              <a:t>соответствии</a:t>
            </a:r>
            <a:r>
              <a:rPr spc="-5" dirty="0"/>
              <a:t> </a:t>
            </a:r>
            <a:r>
              <a:rPr dirty="0"/>
              <a:t>с</a:t>
            </a:r>
            <a:r>
              <a:rPr spc="-10" dirty="0"/>
              <a:t> </a:t>
            </a:r>
            <a:r>
              <a:rPr spc="-5" dirty="0"/>
              <a:t>ТЗ.</a:t>
            </a:r>
          </a:p>
          <a:p>
            <a:pPr marL="12700" marR="5080">
              <a:lnSpc>
                <a:spcPts val="3450"/>
              </a:lnSpc>
              <a:spcBef>
                <a:spcPts val="1890"/>
              </a:spcBef>
            </a:pPr>
            <a:r>
              <a:rPr spc="-5" dirty="0"/>
              <a:t>Серверная </a:t>
            </a:r>
            <a:r>
              <a:rPr spc="-10" dirty="0"/>
              <a:t>часть </a:t>
            </a:r>
            <a:r>
              <a:rPr spc="-15" dirty="0"/>
              <a:t>веб-приложения </a:t>
            </a:r>
            <a:r>
              <a:rPr spc="-5" dirty="0"/>
              <a:t>была реализована </a:t>
            </a:r>
            <a:r>
              <a:rPr dirty="0"/>
              <a:t>с </a:t>
            </a:r>
            <a:r>
              <a:rPr spc="-15" dirty="0"/>
              <a:t>использованием языка </a:t>
            </a:r>
            <a:r>
              <a:rPr sz="3200" b="1" spc="-5" dirty="0">
                <a:latin typeface="Times New Roman"/>
                <a:cs typeface="Times New Roman"/>
              </a:rPr>
              <a:t>PHP </a:t>
            </a:r>
            <a:r>
              <a:rPr dirty="0"/>
              <a:t>с </a:t>
            </a:r>
            <a:r>
              <a:rPr spc="-685" dirty="0"/>
              <a:t> </a:t>
            </a:r>
            <a:r>
              <a:rPr spc="-10" dirty="0"/>
              <a:t>применением</a:t>
            </a:r>
            <a:r>
              <a:rPr spc="-20" dirty="0"/>
              <a:t> </a:t>
            </a:r>
            <a:r>
              <a:rPr spc="-5" dirty="0"/>
              <a:t>фронтенд</a:t>
            </a:r>
            <a:r>
              <a:rPr dirty="0"/>
              <a:t> </a:t>
            </a:r>
            <a:r>
              <a:rPr spc="-20" dirty="0"/>
              <a:t>фреймворков</a:t>
            </a:r>
            <a:r>
              <a:rPr spc="5" dirty="0"/>
              <a:t> </a:t>
            </a:r>
            <a:r>
              <a:rPr sz="3200" b="1" spc="-5" dirty="0">
                <a:latin typeface="Times New Roman"/>
                <a:cs typeface="Times New Roman"/>
              </a:rPr>
              <a:t>CSS,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HTML,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JavaScript</a:t>
            </a:r>
            <a:r>
              <a:rPr dirty="0"/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12700" marR="2660650">
              <a:lnSpc>
                <a:spcPts val="4940"/>
              </a:lnSpc>
              <a:spcBef>
                <a:spcPts val="455"/>
              </a:spcBef>
            </a:pPr>
            <a:r>
              <a:rPr spc="-10" dirty="0"/>
              <a:t>Клиентская часть </a:t>
            </a:r>
            <a:r>
              <a:rPr spc="-5" dirty="0"/>
              <a:t>реализована </a:t>
            </a:r>
            <a:r>
              <a:rPr dirty="0"/>
              <a:t>с </a:t>
            </a:r>
            <a:r>
              <a:rPr spc="-15" dirty="0"/>
              <a:t>помощью </a:t>
            </a:r>
            <a:r>
              <a:rPr sz="3200" b="1" dirty="0">
                <a:latin typeface="Times New Roman"/>
                <a:cs typeface="Times New Roman"/>
              </a:rPr>
              <a:t>HTML </a:t>
            </a:r>
            <a:r>
              <a:rPr dirty="0"/>
              <a:t>и </a:t>
            </a:r>
            <a:r>
              <a:rPr sz="3200" b="1" dirty="0">
                <a:latin typeface="Times New Roman"/>
                <a:cs typeface="Times New Roman"/>
              </a:rPr>
              <a:t>JavaScript</a:t>
            </a:r>
            <a:r>
              <a:rPr dirty="0"/>
              <a:t>. </a:t>
            </a:r>
            <a:r>
              <a:rPr spc="-685" dirty="0"/>
              <a:t> </a:t>
            </a:r>
            <a:r>
              <a:rPr spc="5" dirty="0"/>
              <a:t>Все</a:t>
            </a:r>
            <a:r>
              <a:rPr spc="-25" dirty="0"/>
              <a:t> </a:t>
            </a:r>
            <a:r>
              <a:rPr dirty="0"/>
              <a:t>поставленные</a:t>
            </a:r>
            <a:r>
              <a:rPr spc="-15" dirty="0"/>
              <a:t> </a:t>
            </a:r>
            <a:r>
              <a:rPr spc="-25" dirty="0"/>
              <a:t>задачи</a:t>
            </a:r>
            <a:r>
              <a:rPr spc="-15" dirty="0"/>
              <a:t> </a:t>
            </a:r>
            <a:r>
              <a:rPr spc="-5" dirty="0"/>
              <a:t>были</a:t>
            </a:r>
            <a:r>
              <a:rPr spc="-20" dirty="0"/>
              <a:t> </a:t>
            </a:r>
            <a:r>
              <a:rPr spc="-10" dirty="0"/>
              <a:t>выполнены.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46740" y="8547589"/>
            <a:ext cx="1032510" cy="4197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>
              <a:lnSpc>
                <a:spcPts val="3155"/>
              </a:lnSpc>
            </a:pPr>
            <a:fld id="{81D60167-4931-47E6-BA6A-407CBD079E47}" type="slidenum"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14</a:t>
            </a:fld>
            <a:r>
              <a:rPr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/15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133</TotalTime>
  <Words>317</Words>
  <Application>Microsoft Office PowerPoint</Application>
  <PresentationFormat>Произвольный</PresentationFormat>
  <Paragraphs>79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Garamond</vt:lpstr>
      <vt:lpstr>Segoe UI Emoji</vt:lpstr>
      <vt:lpstr>Times New Roman</vt:lpstr>
      <vt:lpstr>Trebuchet MS</vt:lpstr>
      <vt:lpstr>Натуральные материалы</vt:lpstr>
      <vt:lpstr>Курсовой проект  Информационная система «Антикафе»</vt:lpstr>
      <vt:lpstr>Цели и задачи</vt:lpstr>
      <vt:lpstr>Предметная область</vt:lpstr>
      <vt:lpstr>Инструментальные средства разработки </vt:lpstr>
      <vt:lpstr>Презентация PowerPoint</vt:lpstr>
      <vt:lpstr>Проектирование программного продукта  </vt:lpstr>
      <vt:lpstr>Проектирование программного продукта</vt:lpstr>
      <vt:lpstr>Проектирование базы данных ER-модель базы данных</vt:lpstr>
      <vt:lpstr>Проектирование пользовательского  интерфейса</vt:lpstr>
      <vt:lpstr>Разработка программного продукта</vt:lpstr>
      <vt:lpstr> </vt:lpstr>
      <vt:lpstr>Презентация PowerPoint</vt:lpstr>
      <vt:lpstr>Разработка программного  продукта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 Информационная система «Антикафе»</dc:title>
  <cp:lastModifiedBy>Alex Wolf</cp:lastModifiedBy>
  <cp:revision>10</cp:revision>
  <dcterms:created xsi:type="dcterms:W3CDTF">2024-01-15T20:22:47Z</dcterms:created>
  <dcterms:modified xsi:type="dcterms:W3CDTF">2024-01-16T00:40:23Z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2023-12-22T00:00:00Z</vt:filetime>
  </property>
  <property fmtid="{D5CDD505-2E9C-101B-9397-08002B2CF9AE}" pid="3" name="Creator">
    <vt:lpwstr>Impress</vt:lpwstr>
  </property>
  <property fmtid="{D5CDD505-2E9C-101B-9397-08002B2CF9AE}" pid="4" name="LastSaved">
    <vt:filetime>2023-12-22T00:00:00Z</vt:filetime>
  </property>
</Properties>
</file>